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fonts/font.dat" ContentType="application/x-fontdata"/>
  <Override PartName="/ppt/fonts/font2.dat" ContentType="application/x-fontdata"/>
  <Override PartName="/ppt/fonts/font3.dat" ContentType="application/x-fontdata"/>
  <Override PartName="/ppt/fonts/font4.dat" ContentType="application/x-fontdata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93790932ac1c4797" Type="http://schemas.openxmlformats.org/officeDocument/2006/relationships/officeDocument" Target="ppt/presentation.xml"/><Relationship Id="Ra60a302cafa44765" Type="http://schemas.openxmlformats.org/officeDocument/2006/relationships/extended-properties" Target="docProps/app.xml"/><Relationship Id="Rc4b8295d44c24cf4" Type="http://schemas.openxmlformats.org/package/2006/relationships/metadata/core-properties" Target="docProps/core.xml"/></Relationships>
</file>

<file path=ppt/presentation.xml><?xml version="1.0" encoding="utf-8"?>
<p:presentation xmlns:p="http://schemas.openxmlformats.org/presentationml/2006/main" embedTrueTypeFonts="1" saveSubsetFonts="1">
  <p:sldMasterIdLst>
    <p:sldMasterId xmlns:r="http://schemas.openxmlformats.org/officeDocument/2006/relationships" id="2147483648" r:id="R1b2456b98c6c443d"/>
  </p:sldMasterIdLst>
  <p:notesMasterIdLst>
    <p:notesMasterId xmlns:r="http://schemas.openxmlformats.org/officeDocument/2006/relationships" r:id="Rad96f07177df4ed8"/>
  </p:notesMasterIdLst>
  <p:sldIdLst>
    <p:sldId xmlns:r="http://schemas.openxmlformats.org/officeDocument/2006/relationships" id="256" r:id="R756ced2578f14a5d"/>
    <p:sldId xmlns:r="http://schemas.openxmlformats.org/officeDocument/2006/relationships" id="257" r:id="R2389c6a9e7134f70"/>
  </p:sldIdLst>
  <p:sldSz cx="12192000" cy="6858000"/>
  <p:notesSz cx="6858000" cy="9144000"/>
  <p:embeddedFontLst>
    <p:embeddedFont>
      <p:font typeface="맑은 고딕"/>
      <p:regular xmlns:r="http://schemas.openxmlformats.org/officeDocument/2006/relationships" r:id="R0880562ee5184c57"/>
      <p:bold xmlns:r="http://schemas.openxmlformats.org/officeDocument/2006/relationships" r:id="R5d37d565a8524b50"/>
    </p:embeddedFont>
    <p:embeddedFont>
      <p:font typeface="Pretendard ExtraBold"/>
      <p:bold xmlns:r="http://schemas.openxmlformats.org/officeDocument/2006/relationships" r:id="Rc9af984097cd41f6"/>
    </p:embeddedFont>
    <p:embeddedFont>
      <p:font typeface="Pretendard Medium"/>
      <p:regular xmlns:r="http://schemas.openxmlformats.org/officeDocument/2006/relationships" r:id="R6bbb1e1fc70f47fb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<?xml version='1.0' encoding='UTF-8' standalone='yes'?>
<Relationships xmlns="http://schemas.openxmlformats.org/package/2006/relationships"><Relationship Id="R0880562ee5184c57" Type="http://schemas.openxmlformats.org/officeDocument/2006/relationships/font" Target="fonts/font.dat"/><Relationship Id="R1b2456b98c6c443d" Type="http://schemas.openxmlformats.org/officeDocument/2006/relationships/slideMaster" Target="slideMasters/slideMaster1.xml"/><Relationship Id="R2389c6a9e7134f70" Type="http://schemas.openxmlformats.org/officeDocument/2006/relationships/slide" Target="slides/slide2.xml"/><Relationship Id="R4d0e6ee25e2e4186" Type="http://schemas.openxmlformats.org/officeDocument/2006/relationships/viewProps" Target="viewProps.xml"/><Relationship Id="R5d37d565a8524b50" Type="http://schemas.openxmlformats.org/officeDocument/2006/relationships/font" Target="fonts/font2.dat"/><Relationship Id="R6bbb1e1fc70f47fb" Type="http://schemas.openxmlformats.org/officeDocument/2006/relationships/font" Target="fonts/font4.dat"/><Relationship Id="R756ced2578f14a5d" Type="http://schemas.openxmlformats.org/officeDocument/2006/relationships/slide" Target="slides/slide1.xml"/><Relationship Id="R8ab852481c3d4efe" Type="http://schemas.openxmlformats.org/officeDocument/2006/relationships/tableStyles" Target="tableStyles.xml"/><Relationship Id="Rad96f07177df4ed8" Type="http://schemas.openxmlformats.org/officeDocument/2006/relationships/notesMaster" Target="notesMasters/notesMaster1.xml"/><Relationship Id="Rc9af984097cd41f6" Type="http://schemas.openxmlformats.org/officeDocument/2006/relationships/font" Target="fonts/font3.dat"/><Relationship Id="Rd7792a8326f64682" Type="http://schemas.openxmlformats.org/officeDocument/2006/relationships/presProps" Target="presProps.xml"/><Relationship Id="Refe2c29149494c96" Type="http://schemas.openxmlformats.org/officeDocument/2006/relationships/theme" Target="theme/theme1.xml"/></Relationships>
</file>

<file path=ppt/notesMasters/_rels/notesMaster1.xml.rels><?xml version='1.0' encoding='UTF-8' standalone='yes'?>
<Relationships xmlns="http://schemas.openxmlformats.org/package/2006/relationships"><Relationship Id="R52f030a19f244c52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5c96ea5896b849c2" Type="http://schemas.openxmlformats.org/officeDocument/2006/relationships/slide" Target="../slides/slide1.xml"/><Relationship Id="Rc4a09a908d87454d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26e6b9b89bde4832" Type="http://schemas.openxmlformats.org/officeDocument/2006/relationships/notesMaster" Target="../notesMasters/notesMaster1.xml"/><Relationship Id="R49fe166a918140f5" Type="http://schemas.openxmlformats.org/officeDocument/2006/relationships/slide" Target="../slides/slide2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>
                <a:solidFill>
                  <a:schemeClr val="bg1"/>
                </a:solidFill>
                <a:latin typeface="Pretendard ExtraBold"/>
                <a:ea typeface="Pretendard ExtraBold"/>
                <a:cs typeface="Pretendard ExtraBold"/>
              </a:rPr>
              <a:t>멘토링 수정안 2026-10-02. 대표 인물·욕구·반복 설명 부담은 가상 설정 또는 검증 전 가설. 근거: data.go.kr/data/15120072/fileData.do; kca.go.kr/home/sub.do?menukey=4005&amp;mode=view&amp;no=1003878293. 기존 서비스 직접 탐색: lge.co.kr/ai-commerce/aiAssistant, 2026-10-02 12:38~12:41 KST 비로그인. LG 전체 서비스 기능 부재를 입증하지 않음. 계약기간·중도해지비용이 메인. 구매/오류/관리/점검기록은 부가. 신규 개인조회 권한은 미구현. 가상 데이터 시연이며 실제 LG 연동·접수 아님.</a:t>
            </a:r>
            <a:endParaRPr>
              <a:solidFill>
                <a:schemeClr val="bg1"/>
              </a:solidFill>
              <a:latin typeface="Pretendard ExtraBold"/>
              <a:ea typeface="Pretendard ExtraBold"/>
              <a:cs typeface="Pretendard ExtraBold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멘토링 수정안 2026-10-02. 대표 인물·욕구·반복 설명 부담은 가상 설정 또는 검증 전 가설. 근거: data.go.kr/data/15120072/fileData.do; kca.go.kr/home/sub.do?menukey=4005&amp;mode=view&amp;no=1003878293. 기존 서비스 직접 탐색: lge.co.kr/ai-commerce/aiAssistant, 2026-10-02 12:38~12:41 KST 비로그인. LG 전체 서비스 기능 부재를 입증하지 않음. 계약기간·중도해지비용이 메인. 구매/오류/관리/점검기록은 부가. 신규 개인조회 권한은 미구현. 가상 데이터 시연이며 실제 LG 연동·접수 아님.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182ebc003bb84bee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6ad474f57fdb4f23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38c214f70f864ba8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06bbd158599a40d0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2d72ad0b70dd4140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c657d3eb21594f4a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01627889bbe4442f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a547916297b64ac2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16d96d562e3a44f0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08f854ed8eb149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029823bda8584c55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A19E1177-9E2A-4439-A2D2-539F0AA3CEB7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마스터 제목 스타일 편집</a:t>
            </a:r>
          </a:p>
        </p:txBody>
      </p:sp>
      <p:sp>
        <p:nvSpPr>
          <p:cNvPr id="3" name="부제목 2">
            <a:extLst xmlns:a="http://schemas.openxmlformats.org/drawingml/2006/main">
              <a:ext uri="{FF2B5EF4-FFF2-40B4-BE49-F238E27FC236}">
                <a16:creationId xmlns:a16="http://schemas.microsoft.com/office/drawing/2014/main" id="{D1C3D5FE-6535-49C8-B336-71BAEFC8D29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클릭하여 마스터 부제목 스타일 편집</a:t>
            </a:r>
          </a:p>
        </p:txBody>
      </p:sp>
      <p:sp>
        <p:nvSpPr>
          <p:cNvPr id="4" name="날짜 개체 틀 3">
            <a:extLst xmlns:a="http://schemas.openxmlformats.org/drawingml/2006/main">
              <a:ext uri="{FF2B5EF4-FFF2-40B4-BE49-F238E27FC236}">
                <a16:creationId xmlns:a16="http://schemas.microsoft.com/office/drawing/2014/main" id="{C327C491-E364-42C0-9489-6B06EA11CE8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FAE266-7105-43D1-9843-5728818F8722}" type="datetimeFigureOut">
              <a:t>2026-09-20</a:t>
            </a:fld>
            <a:endParaRPr/>
          </a:p>
        </p:txBody>
      </p:sp>
      <p:sp>
        <p:nvSpPr>
          <p:cNvPr id="5" name="바닥글 개체 틀 4">
            <a:extLst xmlns:a="http://schemas.openxmlformats.org/drawingml/2006/main">
              <a:ext uri="{FF2B5EF4-FFF2-40B4-BE49-F238E27FC236}">
                <a16:creationId xmlns:a16="http://schemas.microsoft.com/office/drawing/2014/main" id="{5D493F1B-4B1F-439E-9811-E1EE7D89237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슬라이드 번호 개체 틀 5">
            <a:extLst xmlns:a="http://schemas.openxmlformats.org/drawingml/2006/main">
              <a:ext uri="{FF2B5EF4-FFF2-40B4-BE49-F238E27FC236}">
                <a16:creationId xmlns:a16="http://schemas.microsoft.com/office/drawing/2014/main" id="{4911B881-1CE3-4501-BE08-0FBFE9EB53F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200E701-3BDD-4EF1-ADFE-312FB0680CC9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152B5243-C3F4-428B-80EA-E6B36C6856D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</a:p>
        </p:txBody>
      </p:sp>
      <p:sp>
        <p:nvSpPr>
          <p:cNvPr id="3" name="내용 개체 틀 2">
            <a:extLst xmlns:a="http://schemas.openxmlformats.org/drawingml/2006/main">
              <a:ext uri="{FF2B5EF4-FFF2-40B4-BE49-F238E27FC236}">
                <a16:creationId xmlns:a16="http://schemas.microsoft.com/office/drawing/2014/main" id="{016B4F03-CA54-4964-AEED-AC8BF070F76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</a:p>
        </p:txBody>
      </p:sp>
      <p:sp>
        <p:nvSpPr>
          <p:cNvPr id="4" name="날짜 개체 틀 3">
            <a:extLst xmlns:a="http://schemas.openxmlformats.org/drawingml/2006/main">
              <a:ext uri="{FF2B5EF4-FFF2-40B4-BE49-F238E27FC236}">
                <a16:creationId xmlns:a16="http://schemas.microsoft.com/office/drawing/2014/main" id="{0753DCC5-049E-41C4-87B7-11E7727CF18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FAE266-7105-43D1-9843-5728818F8722}" type="datetimeFigureOut">
              <a:t>2026-09-20</a:t>
            </a:fld>
            <a:endParaRPr/>
          </a:p>
        </p:txBody>
      </p:sp>
      <p:sp>
        <p:nvSpPr>
          <p:cNvPr id="5" name="바닥글 개체 틀 4">
            <a:extLst xmlns:a="http://schemas.openxmlformats.org/drawingml/2006/main">
              <a:ext uri="{FF2B5EF4-FFF2-40B4-BE49-F238E27FC236}">
                <a16:creationId xmlns:a16="http://schemas.microsoft.com/office/drawing/2014/main" id="{87429342-6F18-4C54-91AE-AFF9B170821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슬라이드 번호 개체 틀 5">
            <a:extLst xmlns:a="http://schemas.openxmlformats.org/drawingml/2006/main">
              <a:ext uri="{FF2B5EF4-FFF2-40B4-BE49-F238E27FC236}">
                <a16:creationId xmlns:a16="http://schemas.microsoft.com/office/drawing/2014/main" id="{20D42B48-0676-4143-BA74-9A59FC3AF59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200E701-3BDD-4EF1-ADFE-312FB0680CC9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96654C46-6D5A-488F-865C-4D61DF86E4D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마스터 제목 스타일 편집</a:t>
            </a:r>
          </a:p>
        </p:txBody>
      </p:sp>
      <p:sp>
        <p:nvSpPr>
          <p:cNvPr id="3" name="텍스트 개체 틀 2">
            <a:extLst xmlns:a="http://schemas.openxmlformats.org/drawingml/2006/main">
              <a:ext uri="{FF2B5EF4-FFF2-40B4-BE49-F238E27FC236}">
                <a16:creationId xmlns:a16="http://schemas.microsoft.com/office/drawing/2014/main" id="{37EE3341-42CD-4F58-ABC7-84AA19732B8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4" name="날짜 개체 틀 3">
            <a:extLst xmlns:a="http://schemas.openxmlformats.org/drawingml/2006/main">
              <a:ext uri="{FF2B5EF4-FFF2-40B4-BE49-F238E27FC236}">
                <a16:creationId xmlns:a16="http://schemas.microsoft.com/office/drawing/2014/main" id="{F8291300-ACE3-4681-A95F-B472168831F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FAE266-7105-43D1-9843-5728818F8722}" type="datetimeFigureOut">
              <a:t>2026-09-20</a:t>
            </a:fld>
            <a:endParaRPr/>
          </a:p>
        </p:txBody>
      </p:sp>
      <p:sp>
        <p:nvSpPr>
          <p:cNvPr id="5" name="바닥글 개체 틀 4">
            <a:extLst xmlns:a="http://schemas.openxmlformats.org/drawingml/2006/main">
              <a:ext uri="{FF2B5EF4-FFF2-40B4-BE49-F238E27FC236}">
                <a16:creationId xmlns:a16="http://schemas.microsoft.com/office/drawing/2014/main" id="{E195904E-B3A9-4E32-AE7E-FB447C52F73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슬라이드 번호 개체 틀 5">
            <a:extLst xmlns:a="http://schemas.openxmlformats.org/drawingml/2006/main">
              <a:ext uri="{FF2B5EF4-FFF2-40B4-BE49-F238E27FC236}">
                <a16:creationId xmlns:a16="http://schemas.microsoft.com/office/drawing/2014/main" id="{C5D6BC52-2B6C-48B0-B893-155A9E1317F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200E701-3BDD-4EF1-ADFE-312FB0680CC9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57D9B7B8-9917-4884-8DDD-A7D41B898C2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</a:p>
        </p:txBody>
      </p:sp>
      <p:sp>
        <p:nvSpPr>
          <p:cNvPr id="3" name="내용 개체 틀 2">
            <a:extLst xmlns:a="http://schemas.openxmlformats.org/drawingml/2006/main">
              <a:ext uri="{FF2B5EF4-FFF2-40B4-BE49-F238E27FC236}">
                <a16:creationId xmlns:a16="http://schemas.microsoft.com/office/drawing/2014/main" id="{FC499EBF-0B94-4F7F-BB8E-062EDED91C3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</a:p>
        </p:txBody>
      </p:sp>
      <p:sp>
        <p:nvSpPr>
          <p:cNvPr id="4" name="내용 개체 틀 3">
            <a:extLst xmlns:a="http://schemas.openxmlformats.org/drawingml/2006/main">
              <a:ext uri="{FF2B5EF4-FFF2-40B4-BE49-F238E27FC236}">
                <a16:creationId xmlns:a16="http://schemas.microsoft.com/office/drawing/2014/main" id="{834DB25C-72EF-41B6-9D1A-298CC6D06D3A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</a:p>
        </p:txBody>
      </p:sp>
      <p:sp>
        <p:nvSpPr>
          <p:cNvPr id="5" name="날짜 개체 틀 4">
            <a:extLst xmlns:a="http://schemas.openxmlformats.org/drawingml/2006/main">
              <a:ext uri="{FF2B5EF4-FFF2-40B4-BE49-F238E27FC236}">
                <a16:creationId xmlns:a16="http://schemas.microsoft.com/office/drawing/2014/main" id="{0677DC86-9E35-48AA-8B1A-1F6B55D8033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FAE266-7105-43D1-9843-5728818F8722}" type="datetimeFigureOut">
              <a:t>2026-09-20</a:t>
            </a:fld>
            <a:endParaRPr/>
          </a:p>
        </p:txBody>
      </p:sp>
      <p:sp>
        <p:nvSpPr>
          <p:cNvPr id="6" name="바닥글 개체 틀 5">
            <a:extLst xmlns:a="http://schemas.openxmlformats.org/drawingml/2006/main">
              <a:ext uri="{FF2B5EF4-FFF2-40B4-BE49-F238E27FC236}">
                <a16:creationId xmlns:a16="http://schemas.microsoft.com/office/drawing/2014/main" id="{1C59EB4E-485A-41C9-B804-E1F774831B0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슬라이드 번호 개체 틀 6">
            <a:extLst xmlns:a="http://schemas.openxmlformats.org/drawingml/2006/main">
              <a:ext uri="{FF2B5EF4-FFF2-40B4-BE49-F238E27FC236}">
                <a16:creationId xmlns:a16="http://schemas.microsoft.com/office/drawing/2014/main" id="{E884A608-211B-498A-B345-7B5842AE3AC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200E701-3BDD-4EF1-ADFE-312FB0680CC9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E1115971-9657-4042-A25A-4A7529E1022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</a:p>
        </p:txBody>
      </p:sp>
      <p:sp>
        <p:nvSpPr>
          <p:cNvPr id="3" name="텍스트 개체 틀 2">
            <a:extLst xmlns:a="http://schemas.openxmlformats.org/drawingml/2006/main">
              <a:ext uri="{FF2B5EF4-FFF2-40B4-BE49-F238E27FC236}">
                <a16:creationId xmlns:a16="http://schemas.microsoft.com/office/drawing/2014/main" id="{750755A1-154A-444F-AB6F-A047AF11557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4" name="내용 개체 틀 3">
            <a:extLst xmlns:a="http://schemas.openxmlformats.org/drawingml/2006/main">
              <a:ext uri="{FF2B5EF4-FFF2-40B4-BE49-F238E27FC236}">
                <a16:creationId xmlns:a16="http://schemas.microsoft.com/office/drawing/2014/main" id="{74FD68D5-CA64-4A1D-8F4F-AB3B41489F09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</a:p>
        </p:txBody>
      </p:sp>
      <p:sp>
        <p:nvSpPr>
          <p:cNvPr id="5" name="텍스트 개체 틀 4">
            <a:extLst xmlns:a="http://schemas.openxmlformats.org/drawingml/2006/main">
              <a:ext uri="{FF2B5EF4-FFF2-40B4-BE49-F238E27FC236}">
                <a16:creationId xmlns:a16="http://schemas.microsoft.com/office/drawing/2014/main" id="{1E4C0EA7-361C-4850-A6B4-3F48F81B2DDB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6" name="내용 개체 틀 5">
            <a:extLst xmlns:a="http://schemas.openxmlformats.org/drawingml/2006/main">
              <a:ext uri="{FF2B5EF4-FFF2-40B4-BE49-F238E27FC236}">
                <a16:creationId xmlns:a16="http://schemas.microsoft.com/office/drawing/2014/main" id="{5FD9F702-1F72-406D-B363-B5BD858C3AA5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</a:p>
        </p:txBody>
      </p:sp>
      <p:sp>
        <p:nvSpPr>
          <p:cNvPr id="7" name="날짜 개체 틀 6">
            <a:extLst xmlns:a="http://schemas.openxmlformats.org/drawingml/2006/main">
              <a:ext uri="{FF2B5EF4-FFF2-40B4-BE49-F238E27FC236}">
                <a16:creationId xmlns:a16="http://schemas.microsoft.com/office/drawing/2014/main" id="{C0E41F25-9E28-4285-8BE4-D6D0BDC1054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FAE266-7105-43D1-9843-5728818F8722}" type="datetimeFigureOut">
              <a:t>2026-09-20</a:t>
            </a:fld>
            <a:endParaRPr/>
          </a:p>
        </p:txBody>
      </p:sp>
      <p:sp>
        <p:nvSpPr>
          <p:cNvPr id="8" name="바닥글 개체 틀 7">
            <a:extLst xmlns:a="http://schemas.openxmlformats.org/drawingml/2006/main">
              <a:ext uri="{FF2B5EF4-FFF2-40B4-BE49-F238E27FC236}">
                <a16:creationId xmlns:a16="http://schemas.microsoft.com/office/drawing/2014/main" id="{5075B7EB-FA64-4E7A-B267-8BB95F9EC30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슬라이드 번호 개체 틀 8">
            <a:extLst xmlns:a="http://schemas.openxmlformats.org/drawingml/2006/main">
              <a:ext uri="{FF2B5EF4-FFF2-40B4-BE49-F238E27FC236}">
                <a16:creationId xmlns:a16="http://schemas.microsoft.com/office/drawing/2014/main" id="{C19DCC9B-0CF2-4574-91A4-BA5C10903A9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200E701-3BDD-4EF1-ADFE-312FB0680CC9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62899340-CFE2-4B68-B016-1D3B712E9EF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</a:p>
        </p:txBody>
      </p:sp>
      <p:sp>
        <p:nvSpPr>
          <p:cNvPr id="3" name="날짜 개체 틀 2">
            <a:extLst xmlns:a="http://schemas.openxmlformats.org/drawingml/2006/main">
              <a:ext uri="{FF2B5EF4-FFF2-40B4-BE49-F238E27FC236}">
                <a16:creationId xmlns:a16="http://schemas.microsoft.com/office/drawing/2014/main" id="{8444FE7A-BED5-4A5B-8B50-368442844B3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FAE266-7105-43D1-9843-5728818F8722}" type="datetimeFigureOut">
              <a:t>2026-09-20</a:t>
            </a:fld>
            <a:endParaRPr/>
          </a:p>
        </p:txBody>
      </p:sp>
      <p:sp>
        <p:nvSpPr>
          <p:cNvPr id="4" name="바닥글 개체 틀 3">
            <a:extLst xmlns:a="http://schemas.openxmlformats.org/drawingml/2006/main">
              <a:ext uri="{FF2B5EF4-FFF2-40B4-BE49-F238E27FC236}">
                <a16:creationId xmlns:a16="http://schemas.microsoft.com/office/drawing/2014/main" id="{3B5F2C13-F49C-4807-A121-535894DC05D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슬라이드 번호 개체 틀 4">
            <a:extLst xmlns:a="http://schemas.openxmlformats.org/drawingml/2006/main">
              <a:ext uri="{FF2B5EF4-FFF2-40B4-BE49-F238E27FC236}">
                <a16:creationId xmlns:a16="http://schemas.microsoft.com/office/drawing/2014/main" id="{AACE511B-3159-4E6E-AF26-2B52051F7AF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200E701-3BDD-4EF1-ADFE-312FB0680CC9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날짜 개체 틀 1">
            <a:extLst xmlns:a="http://schemas.openxmlformats.org/drawingml/2006/main">
              <a:ext uri="{FF2B5EF4-FFF2-40B4-BE49-F238E27FC236}">
                <a16:creationId xmlns:a16="http://schemas.microsoft.com/office/drawing/2014/main" id="{E6048A67-0654-4953-8D41-7975996B4DC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FAE266-7105-43D1-9843-5728818F8722}" type="datetimeFigureOut">
              <a:t>2026-09-20</a:t>
            </a:fld>
            <a:endParaRPr/>
          </a:p>
        </p:txBody>
      </p:sp>
      <p:sp>
        <p:nvSpPr>
          <p:cNvPr id="3" name="바닥글 개체 틀 2">
            <a:extLst xmlns:a="http://schemas.openxmlformats.org/drawingml/2006/main">
              <a:ext uri="{FF2B5EF4-FFF2-40B4-BE49-F238E27FC236}">
                <a16:creationId xmlns:a16="http://schemas.microsoft.com/office/drawing/2014/main" id="{6A200720-7D3C-4C30-993D-6A1B0EA3433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슬라이드 번호 개체 틀 3">
            <a:extLst xmlns:a="http://schemas.openxmlformats.org/drawingml/2006/main">
              <a:ext uri="{FF2B5EF4-FFF2-40B4-BE49-F238E27FC236}">
                <a16:creationId xmlns:a16="http://schemas.microsoft.com/office/drawing/2014/main" id="{B89A9CEB-F11D-4DA4-94E2-4C94214859A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200E701-3BDD-4EF1-ADFE-312FB0680CC9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BF300265-85B3-4E67-B267-90D72F2257D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마스터 제목 스타일 편집</a:t>
            </a:r>
          </a:p>
        </p:txBody>
      </p:sp>
      <p:sp>
        <p:nvSpPr>
          <p:cNvPr id="3" name="내용 개체 틀 2">
            <a:extLst xmlns:a="http://schemas.openxmlformats.org/drawingml/2006/main">
              <a:ext uri="{FF2B5EF4-FFF2-40B4-BE49-F238E27FC236}">
                <a16:creationId xmlns:a16="http://schemas.microsoft.com/office/drawing/2014/main" id="{8AA3FC4B-589A-48D1-BBEB-6AA67D29638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</a:p>
        </p:txBody>
      </p:sp>
      <p:sp>
        <p:nvSpPr>
          <p:cNvPr id="4" name="텍스트 개체 틀 3">
            <a:extLst xmlns:a="http://schemas.openxmlformats.org/drawingml/2006/main">
              <a:ext uri="{FF2B5EF4-FFF2-40B4-BE49-F238E27FC236}">
                <a16:creationId xmlns:a16="http://schemas.microsoft.com/office/drawing/2014/main" id="{14C6B4C2-7847-4152-8507-6C2B19929D9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5" name="날짜 개체 틀 4">
            <a:extLst xmlns:a="http://schemas.openxmlformats.org/drawingml/2006/main">
              <a:ext uri="{FF2B5EF4-FFF2-40B4-BE49-F238E27FC236}">
                <a16:creationId xmlns:a16="http://schemas.microsoft.com/office/drawing/2014/main" id="{02CE4133-AEC9-45BE-BCB0-04B3C583802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FAE266-7105-43D1-9843-5728818F8722}" type="datetimeFigureOut">
              <a:t>2026-09-20</a:t>
            </a:fld>
            <a:endParaRPr/>
          </a:p>
        </p:txBody>
      </p:sp>
      <p:sp>
        <p:nvSpPr>
          <p:cNvPr id="6" name="바닥글 개체 틀 5">
            <a:extLst xmlns:a="http://schemas.openxmlformats.org/drawingml/2006/main">
              <a:ext uri="{FF2B5EF4-FFF2-40B4-BE49-F238E27FC236}">
                <a16:creationId xmlns:a16="http://schemas.microsoft.com/office/drawing/2014/main" id="{9A73A25F-6089-4E5D-95E2-743A76F4CE3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슬라이드 번호 개체 틀 6">
            <a:extLst xmlns:a="http://schemas.openxmlformats.org/drawingml/2006/main">
              <a:ext uri="{FF2B5EF4-FFF2-40B4-BE49-F238E27FC236}">
                <a16:creationId xmlns:a16="http://schemas.microsoft.com/office/drawing/2014/main" id="{A294D360-AA03-4FAE-BE69-A95504EF051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200E701-3BDD-4EF1-ADFE-312FB0680CC9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529834F3-9E67-4664-AFB9-21EBE45C1F2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마스터 제목 스타일 편집</a:t>
            </a:r>
          </a:p>
        </p:txBody>
      </p:sp>
      <p:sp>
        <p:nvSpPr>
          <p:cNvPr id="3" name="그림 개체 틀 2">
            <a:extLst xmlns:a="http://schemas.openxmlformats.org/drawingml/2006/main">
              <a:ext uri="{FF2B5EF4-FFF2-40B4-BE49-F238E27FC236}">
                <a16:creationId xmlns:a16="http://schemas.microsoft.com/office/drawing/2014/main" id="{5CC1BE64-86A9-468F-9184-5ED87982D821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텍스트 개체 틀 3">
            <a:extLst xmlns:a="http://schemas.openxmlformats.org/drawingml/2006/main">
              <a:ext uri="{FF2B5EF4-FFF2-40B4-BE49-F238E27FC236}">
                <a16:creationId xmlns:a16="http://schemas.microsoft.com/office/drawing/2014/main" id="{FDCD5BA8-7794-4937-8F87-F6F98C2CFD4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5" name="날짜 개체 틀 4">
            <a:extLst xmlns:a="http://schemas.openxmlformats.org/drawingml/2006/main">
              <a:ext uri="{FF2B5EF4-FFF2-40B4-BE49-F238E27FC236}">
                <a16:creationId xmlns:a16="http://schemas.microsoft.com/office/drawing/2014/main" id="{3D995129-F14D-4C45-9C2A-E8130E578A6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FAE266-7105-43D1-9843-5728818F8722}" type="datetimeFigureOut">
              <a:t>2026-09-20</a:t>
            </a:fld>
            <a:endParaRPr/>
          </a:p>
        </p:txBody>
      </p:sp>
      <p:sp>
        <p:nvSpPr>
          <p:cNvPr id="6" name="바닥글 개체 틀 5">
            <a:extLst xmlns:a="http://schemas.openxmlformats.org/drawingml/2006/main">
              <a:ext uri="{FF2B5EF4-FFF2-40B4-BE49-F238E27FC236}">
                <a16:creationId xmlns:a16="http://schemas.microsoft.com/office/drawing/2014/main" id="{ADBD7307-5C89-49E1-8E4C-D1F7707CDCE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슬라이드 번호 개체 틀 6">
            <a:extLst xmlns:a="http://schemas.openxmlformats.org/drawingml/2006/main">
              <a:ext uri="{FF2B5EF4-FFF2-40B4-BE49-F238E27FC236}">
                <a16:creationId xmlns:a16="http://schemas.microsoft.com/office/drawing/2014/main" id="{2D2526B2-BE10-4A8C-9978-56A69E03224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200E701-3BDD-4EF1-ADFE-312FB0680CC9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D5A752F4-E25B-4A46-A18E-55DC4531830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</a:p>
        </p:txBody>
      </p:sp>
      <p:sp>
        <p:nvSpPr>
          <p:cNvPr id="3" name="세로 텍스트 개체 틀 2">
            <a:extLst xmlns:a="http://schemas.openxmlformats.org/drawingml/2006/main">
              <a:ext uri="{FF2B5EF4-FFF2-40B4-BE49-F238E27FC236}">
                <a16:creationId xmlns:a16="http://schemas.microsoft.com/office/drawing/2014/main" id="{8071740E-1B7D-40CD-8666-B6EDB4AD671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</a:p>
        </p:txBody>
      </p:sp>
      <p:sp>
        <p:nvSpPr>
          <p:cNvPr id="4" name="날짜 개체 틀 3">
            <a:extLst xmlns:a="http://schemas.openxmlformats.org/drawingml/2006/main">
              <a:ext uri="{FF2B5EF4-FFF2-40B4-BE49-F238E27FC236}">
                <a16:creationId xmlns:a16="http://schemas.microsoft.com/office/drawing/2014/main" id="{5C998153-721D-4E98-8363-2DA344D434E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FAE266-7105-43D1-9843-5728818F8722}" type="datetimeFigureOut">
              <a:t>2026-09-20</a:t>
            </a:fld>
            <a:endParaRPr/>
          </a:p>
        </p:txBody>
      </p:sp>
      <p:sp>
        <p:nvSpPr>
          <p:cNvPr id="5" name="바닥글 개체 틀 4">
            <a:extLst xmlns:a="http://schemas.openxmlformats.org/drawingml/2006/main">
              <a:ext uri="{FF2B5EF4-FFF2-40B4-BE49-F238E27FC236}">
                <a16:creationId xmlns:a16="http://schemas.microsoft.com/office/drawing/2014/main" id="{4B9C4158-0101-40F8-B37E-211745B7FD6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슬라이드 번호 개체 틀 5">
            <a:extLst xmlns:a="http://schemas.openxmlformats.org/drawingml/2006/main">
              <a:ext uri="{FF2B5EF4-FFF2-40B4-BE49-F238E27FC236}">
                <a16:creationId xmlns:a16="http://schemas.microsoft.com/office/drawing/2014/main" id="{7584F87F-6BD4-4671-BFF8-CCF0B3B77DE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200E701-3BDD-4EF1-ADFE-312FB0680CC9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세로 제목 1">
            <a:extLst xmlns:a="http://schemas.openxmlformats.org/drawingml/2006/main">
              <a:ext uri="{FF2B5EF4-FFF2-40B4-BE49-F238E27FC236}">
                <a16:creationId xmlns:a16="http://schemas.microsoft.com/office/drawing/2014/main" id="{66C21D59-AF96-43FD-A9A4-7E9875702F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마스터 제목 스타일 편집</a:t>
            </a:r>
          </a:p>
        </p:txBody>
      </p:sp>
      <p:sp>
        <p:nvSpPr>
          <p:cNvPr id="3" name="세로 텍스트 개체 틀 2">
            <a:extLst xmlns:a="http://schemas.openxmlformats.org/drawingml/2006/main">
              <a:ext uri="{FF2B5EF4-FFF2-40B4-BE49-F238E27FC236}">
                <a16:creationId xmlns:a16="http://schemas.microsoft.com/office/drawing/2014/main" id="{4CEA0B51-9173-4BD0-81EC-AD4B6ADA3D1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</a:p>
        </p:txBody>
      </p:sp>
      <p:sp>
        <p:nvSpPr>
          <p:cNvPr id="4" name="날짜 개체 틀 3">
            <a:extLst xmlns:a="http://schemas.openxmlformats.org/drawingml/2006/main">
              <a:ext uri="{FF2B5EF4-FFF2-40B4-BE49-F238E27FC236}">
                <a16:creationId xmlns:a16="http://schemas.microsoft.com/office/drawing/2014/main" id="{FEEB5E95-1D2D-43C3-82FB-425D54E4EC0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FAE266-7105-43D1-9843-5728818F8722}" type="datetimeFigureOut">
              <a:t>2026-09-20</a:t>
            </a:fld>
            <a:endParaRPr/>
          </a:p>
        </p:txBody>
      </p:sp>
      <p:sp>
        <p:nvSpPr>
          <p:cNvPr id="5" name="바닥글 개체 틀 4">
            <a:extLst xmlns:a="http://schemas.openxmlformats.org/drawingml/2006/main">
              <a:ext uri="{FF2B5EF4-FFF2-40B4-BE49-F238E27FC236}">
                <a16:creationId xmlns:a16="http://schemas.microsoft.com/office/drawing/2014/main" id="{F012D957-9F54-4EAB-8421-613F5886484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슬라이드 번호 개체 틀 5">
            <a:extLst xmlns:a="http://schemas.openxmlformats.org/drawingml/2006/main">
              <a:ext uri="{FF2B5EF4-FFF2-40B4-BE49-F238E27FC236}">
                <a16:creationId xmlns:a16="http://schemas.microsoft.com/office/drawing/2014/main" id="{00D45117-2EA2-4E5A-A1C6-B14DCD35401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200E701-3BDD-4EF1-ADFE-312FB0680CC9}" type="slidenum">
              <a:t>‹#›</a:t>
            </a:fld>
            <a:endParaRPr/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05a1313221ad481e" Type="http://schemas.openxmlformats.org/officeDocument/2006/relationships/theme" Target="theme/theme2.xml"/><Relationship Id="R0a6bec4a24c749bf" Type="http://schemas.openxmlformats.org/officeDocument/2006/relationships/slideLayout" Target="../slideLayouts/slideLayout2.xml"/><Relationship Id="R12af6cb9c40b4f73" Type="http://schemas.openxmlformats.org/officeDocument/2006/relationships/slideLayout" Target="../slideLayouts/slideLayout3.xml"/><Relationship Id="R26d09a2cd9974aed" Type="http://schemas.openxmlformats.org/officeDocument/2006/relationships/slideLayout" Target="../slideLayouts/slideLayout4.xml"/><Relationship Id="R2ae6021035d5408b" Type="http://schemas.openxmlformats.org/officeDocument/2006/relationships/slideLayout" Target="../slideLayouts/slideLayout7.xml"/><Relationship Id="R63bec0d42a4141e7" Type="http://schemas.openxmlformats.org/officeDocument/2006/relationships/slideLayout" Target="../slideLayouts/slideLayout6.xml"/><Relationship Id="R882b1e7236fc46d9" Type="http://schemas.openxmlformats.org/officeDocument/2006/relationships/slideLayout" Target="../slideLayouts/slideLayout9.xml"/><Relationship Id="R9e671db76e0d4038" Type="http://schemas.openxmlformats.org/officeDocument/2006/relationships/slideLayout" Target="../slideLayouts/slideLayout8.xml"/><Relationship Id="R9fdcad5dcafa42f2" Type="http://schemas.openxmlformats.org/officeDocument/2006/relationships/slideLayout" Target="../slideLayouts/slideLayout5.xml"/><Relationship Id="Ra230691d54b0422b" Type="http://schemas.openxmlformats.org/officeDocument/2006/relationships/slideLayout" Target="../slideLayouts/slideLayout11.xml"/><Relationship Id="Rac94118befda4dd5" Type="http://schemas.openxmlformats.org/officeDocument/2006/relationships/slideLayout" Target="../slideLayouts/slideLayout10.xml"/><Relationship Id="Rd6e6f0187f414a42" Type="http://schemas.openxmlformats.org/officeDocument/2006/relationships/slideLayout" Target="../slideLayouts/slideLayout1.xml"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개체 틀 1">
            <a:extLst xmlns:a="http://schemas.openxmlformats.org/drawingml/2006/main">
              <a:ext uri="{FF2B5EF4-FFF2-40B4-BE49-F238E27FC236}">
                <a16:creationId xmlns:a16="http://schemas.microsoft.com/office/drawing/2014/main" id="{DC9EAAF0-1DE9-4C9E-8F83-BDBEB3A5377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마스터 제목 스타일 편집</a:t>
            </a:r>
          </a:p>
        </p:txBody>
      </p:sp>
      <p:sp>
        <p:nvSpPr>
          <p:cNvPr id="3" name="텍스트 개체 틀 2">
            <a:extLst xmlns:a="http://schemas.openxmlformats.org/drawingml/2006/main">
              <a:ext uri="{FF2B5EF4-FFF2-40B4-BE49-F238E27FC236}">
                <a16:creationId xmlns:a16="http://schemas.microsoft.com/office/drawing/2014/main" id="{0FF54B53-0D78-4792-BD84-C7F4014BF3C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</a:p>
        </p:txBody>
      </p:sp>
      <p:sp>
        <p:nvSpPr>
          <p:cNvPr id="4" name="날짜 개체 틀 3">
            <a:extLst xmlns:a="http://schemas.openxmlformats.org/drawingml/2006/main">
              <a:ext uri="{FF2B5EF4-FFF2-40B4-BE49-F238E27FC236}">
                <a16:creationId xmlns:a16="http://schemas.microsoft.com/office/drawing/2014/main" id="{59A3F675-BD95-4EB9-A906-7DDEF6706C2A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47FAE266-7105-43D1-9843-5728818F8722}" type="datetimeFigureOut">
              <a:t>2026-09-20</a:t>
            </a:fld>
            <a:endParaRPr/>
          </a:p>
        </p:txBody>
      </p:sp>
      <p:sp>
        <p:nvSpPr>
          <p:cNvPr id="5" name="바닥글 개체 틀 4">
            <a:extLst xmlns:a="http://schemas.openxmlformats.org/drawingml/2006/main">
              <a:ext uri="{FF2B5EF4-FFF2-40B4-BE49-F238E27FC236}">
                <a16:creationId xmlns:a16="http://schemas.microsoft.com/office/drawing/2014/main" id="{B67EBDB2-49AC-4839-B042-705A36F0705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슬라이드 번호 개체 틀 5">
            <a:extLst xmlns:a="http://schemas.openxmlformats.org/drawingml/2006/main">
              <a:ext uri="{FF2B5EF4-FFF2-40B4-BE49-F238E27FC236}">
                <a16:creationId xmlns:a16="http://schemas.microsoft.com/office/drawing/2014/main" id="{44148D5D-1F0C-4773-A265-0CD4BD323D89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A200E701-3BDD-4EF1-ADFE-312FB0680CC9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6e6f0187f414a42"/>
    <p:sldLayoutId xmlns:r="http://schemas.openxmlformats.org/officeDocument/2006/relationships" id="2147483650" r:id="R0a6bec4a24c749bf"/>
    <p:sldLayoutId xmlns:r="http://schemas.openxmlformats.org/officeDocument/2006/relationships" id="2147483651" r:id="R12af6cb9c40b4f73"/>
    <p:sldLayoutId xmlns:r="http://schemas.openxmlformats.org/officeDocument/2006/relationships" id="2147483652" r:id="R26d09a2cd9974aed"/>
    <p:sldLayoutId xmlns:r="http://schemas.openxmlformats.org/officeDocument/2006/relationships" id="2147483653" r:id="R9fdcad5dcafa42f2"/>
    <p:sldLayoutId xmlns:r="http://schemas.openxmlformats.org/officeDocument/2006/relationships" id="2147483654" r:id="R63bec0d42a4141e7"/>
    <p:sldLayoutId xmlns:r="http://schemas.openxmlformats.org/officeDocument/2006/relationships" id="2147483655" r:id="R2ae6021035d5408b"/>
    <p:sldLayoutId xmlns:r="http://schemas.openxmlformats.org/officeDocument/2006/relationships" id="2147483656" r:id="R9e671db76e0d4038"/>
    <p:sldLayoutId xmlns:r="http://schemas.openxmlformats.org/officeDocument/2006/relationships" id="2147483657" r:id="R882b1e7236fc46d9"/>
    <p:sldLayoutId xmlns:r="http://schemas.openxmlformats.org/officeDocument/2006/relationships" id="2147483658" r:id="Rac94118befda4dd5"/>
    <p:sldLayoutId xmlns:r="http://schemas.openxmlformats.org/officeDocument/2006/relationships" id="2147483659" r:id="Ra230691d54b0422b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1aad7b2a24864ca4" Type="http://schemas.openxmlformats.org/officeDocument/2006/relationships/image" Target="../media/image.png"/><Relationship Id="R1e009c2d755442e8" Type="http://schemas.openxmlformats.org/officeDocument/2006/relationships/image" Target="../media/image2.png"/><Relationship Id="R64c0977ec21a4157" Type="http://schemas.openxmlformats.org/officeDocument/2006/relationships/notesSlide" Target="../notesSlides/notesSlide1.xml"/><Relationship Id="Rc8437b01cb4b46f4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42b9529b7e0a45d6" Type="http://schemas.openxmlformats.org/officeDocument/2006/relationships/notesSlide" Target="../notesSlides/notesSlide2.xml"/><Relationship Id="R53e1d534798748a1" Type="http://schemas.openxmlformats.org/officeDocument/2006/relationships/slideLayout" Target="../slideLayouts/slideLayout2.xml"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object 3">
            <a:extLst xmlns:a="http://schemas.openxmlformats.org/drawingml/2006/main">
              <a:ext uri="{FF2B5EF4-FFF2-40B4-BE49-F238E27FC236}">
                <a16:creationId xmlns:a16="http://schemas.microsoft.com/office/drawing/2014/main" id="{661F686F-47D7-47FB-9C41-E33C84796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28999"/>
            <a:ext cx="12192000" cy="3429000"/>
          </a:xfrm>
          <a:custGeom xmlns:a="http://schemas.openxmlformats.org/drawingml/2006/main">
            <a:rect l="l" t="t" r="r" b="b"/>
            <a:pathLst>
              <a:path w="12192000" h="3429000">
                <a:moveTo>
                  <a:pt x="12192000" y="0"/>
                </a:moveTo>
                <a:lnTo>
                  <a:pt x="11944147" y="0"/>
                </a:lnTo>
                <a:lnTo>
                  <a:pt x="11944147" y="3238030"/>
                </a:lnTo>
                <a:lnTo>
                  <a:pt x="247840" y="3238030"/>
                </a:lnTo>
                <a:lnTo>
                  <a:pt x="247840" y="0"/>
                </a:lnTo>
                <a:lnTo>
                  <a:pt x="0" y="0"/>
                </a:lnTo>
                <a:lnTo>
                  <a:pt x="0" y="3238030"/>
                </a:lnTo>
                <a:lnTo>
                  <a:pt x="0" y="3429000"/>
                </a:lnTo>
                <a:lnTo>
                  <a:pt x="247840" y="3429000"/>
                </a:lnTo>
                <a:lnTo>
                  <a:pt x="11944147" y="3429000"/>
                </a:lnTo>
                <a:lnTo>
                  <a:pt x="12192000" y="3429000"/>
                </a:lnTo>
                <a:lnTo>
                  <a:pt x="12192000" y="3238030"/>
                </a:lnTo>
                <a:lnTo>
                  <a:pt x="12192000" y="0"/>
                </a:lnTo>
                <a:close/>
              </a:path>
            </a:pathLst>
          </a:custGeom>
          <a:solidFill xmlns:a="http://schemas.openxmlformats.org/drawingml/2006/main">
            <a:srgbClr val="58B6C0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object 6">
            <a:extLst xmlns:a="http://schemas.openxmlformats.org/drawingml/2006/main">
              <a:ext uri="{FF2B5EF4-FFF2-40B4-BE49-F238E27FC236}">
                <a16:creationId xmlns:a16="http://schemas.microsoft.com/office/drawing/2014/main" id="{036522F1-AB91-4FBE-88C0-07F6B2FAC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2192000" cy="3441700"/>
          </a:xfrm>
          <a:custGeom xmlns:a="http://schemas.openxmlformats.org/drawingml/2006/main">
            <a:rect l="l" t="t" r="r" b="b"/>
            <a:pathLst>
              <a:path w="12192000" h="3441700">
                <a:moveTo>
                  <a:pt x="12192000" y="0"/>
                </a:moveTo>
                <a:lnTo>
                  <a:pt x="0" y="0"/>
                </a:lnTo>
                <a:lnTo>
                  <a:pt x="0" y="12204"/>
                </a:lnTo>
                <a:lnTo>
                  <a:pt x="0" y="203174"/>
                </a:lnTo>
                <a:lnTo>
                  <a:pt x="0" y="3441204"/>
                </a:lnTo>
                <a:lnTo>
                  <a:pt x="247840" y="3441204"/>
                </a:lnTo>
                <a:lnTo>
                  <a:pt x="247840" y="203174"/>
                </a:lnTo>
                <a:lnTo>
                  <a:pt x="11944147" y="203174"/>
                </a:lnTo>
                <a:lnTo>
                  <a:pt x="11944147" y="3441204"/>
                </a:lnTo>
                <a:lnTo>
                  <a:pt x="12192000" y="3441204"/>
                </a:lnTo>
                <a:lnTo>
                  <a:pt x="12192000" y="203174"/>
                </a:lnTo>
                <a:lnTo>
                  <a:pt x="12192000" y="12204"/>
                </a:lnTo>
                <a:lnTo>
                  <a:pt x="12192000" y="0"/>
                </a:lnTo>
                <a:close/>
              </a:path>
            </a:pathLst>
          </a:custGeom>
          <a:solidFill xmlns:a="http://schemas.openxmlformats.org/drawingml/2006/main">
            <a:srgbClr val="D9D9D9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object 7">
            <a:extLst xmlns:a="http://schemas.openxmlformats.org/drawingml/2006/main">
              <a:ext uri="{FF2B5EF4-FFF2-40B4-BE49-F238E27FC236}">
                <a16:creationId xmlns:a16="http://schemas.microsoft.com/office/drawing/2014/main" id="{D7C3829D-787A-43B1-A9D4-B258A803E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301937" y="155919"/>
            <a:ext cx="5588635" cy="431165"/>
          </a:xfrm>
          <a:custGeom xmlns:a="http://schemas.openxmlformats.org/drawingml/2006/main">
            <a:rect l="l" t="t" r="r" b="b"/>
            <a:pathLst>
              <a:path w="5588634" h="431165">
                <a:moveTo>
                  <a:pt x="5516358" y="0"/>
                </a:moveTo>
                <a:lnTo>
                  <a:pt x="71763" y="0"/>
                </a:lnTo>
                <a:lnTo>
                  <a:pt x="43830" y="5639"/>
                </a:lnTo>
                <a:lnTo>
                  <a:pt x="21019" y="21019"/>
                </a:lnTo>
                <a:lnTo>
                  <a:pt x="5639" y="43830"/>
                </a:lnTo>
                <a:lnTo>
                  <a:pt x="0" y="71765"/>
                </a:lnTo>
                <a:lnTo>
                  <a:pt x="0" y="358806"/>
                </a:lnTo>
                <a:lnTo>
                  <a:pt x="5639" y="386740"/>
                </a:lnTo>
                <a:lnTo>
                  <a:pt x="21019" y="409552"/>
                </a:lnTo>
                <a:lnTo>
                  <a:pt x="43830" y="424932"/>
                </a:lnTo>
                <a:lnTo>
                  <a:pt x="71763" y="430571"/>
                </a:lnTo>
                <a:lnTo>
                  <a:pt x="5516358" y="430571"/>
                </a:lnTo>
                <a:lnTo>
                  <a:pt x="5544292" y="424932"/>
                </a:lnTo>
                <a:lnTo>
                  <a:pt x="5567103" y="409552"/>
                </a:lnTo>
                <a:lnTo>
                  <a:pt x="5582483" y="386740"/>
                </a:lnTo>
                <a:lnTo>
                  <a:pt x="5588123" y="358806"/>
                </a:lnTo>
                <a:lnTo>
                  <a:pt x="5588123" y="71765"/>
                </a:lnTo>
                <a:lnTo>
                  <a:pt x="5582483" y="43830"/>
                </a:lnTo>
                <a:lnTo>
                  <a:pt x="5567103" y="21019"/>
                </a:lnTo>
                <a:lnTo>
                  <a:pt x="5544292" y="5639"/>
                </a:lnTo>
                <a:lnTo>
                  <a:pt x="5516358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정수기 고객 CX 문제 정의</a:t>
            </a:r>
            <a:endParaRPr>
              <a:solidFill>
                <a:schemeClr val="bg1"/>
              </a:solidFill>
              <a:latin typeface="Pretendard ExtraBold"/>
              <a:ea typeface="Pretendard ExtraBold"/>
              <a:cs typeface="Pretendard ExtraBold"/>
            </a:endParaRPr>
          </a:p>
        </p:txBody>
      </p:sp>
      <p:sp>
        <p:nvSpPr>
          <p:cNvPr id="8" name="object 8">
            <a:extLst xmlns:a="http://schemas.openxmlformats.org/drawingml/2006/main">
              <a:ext uri="{FF2B5EF4-FFF2-40B4-BE49-F238E27FC236}">
                <a16:creationId xmlns:a16="http://schemas.microsoft.com/office/drawing/2014/main" id="{3377E164-2228-4704-A8CA-6518AB6BA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301937" y="155919"/>
            <a:ext cx="5588635" cy="431165"/>
          </a:xfrm>
          <a:custGeom xmlns:a="http://schemas.openxmlformats.org/drawingml/2006/main">
            <a:rect l="l" t="t" r="r" b="b"/>
            <a:pathLst>
              <a:path w="5588634" h="431165">
                <a:moveTo>
                  <a:pt x="0" y="71765"/>
                </a:moveTo>
                <a:lnTo>
                  <a:pt x="5639" y="43830"/>
                </a:lnTo>
                <a:lnTo>
                  <a:pt x="21019" y="21019"/>
                </a:lnTo>
                <a:lnTo>
                  <a:pt x="43830" y="5639"/>
                </a:lnTo>
                <a:lnTo>
                  <a:pt x="71764" y="0"/>
                </a:lnTo>
                <a:lnTo>
                  <a:pt x="5516359" y="0"/>
                </a:lnTo>
                <a:lnTo>
                  <a:pt x="5544292" y="5639"/>
                </a:lnTo>
                <a:lnTo>
                  <a:pt x="5567103" y="21019"/>
                </a:lnTo>
                <a:lnTo>
                  <a:pt x="5582483" y="43830"/>
                </a:lnTo>
                <a:lnTo>
                  <a:pt x="5588123" y="71765"/>
                </a:lnTo>
                <a:lnTo>
                  <a:pt x="5588123" y="358807"/>
                </a:lnTo>
                <a:lnTo>
                  <a:pt x="5582483" y="386741"/>
                </a:lnTo>
                <a:lnTo>
                  <a:pt x="5567103" y="409552"/>
                </a:lnTo>
                <a:lnTo>
                  <a:pt x="5544292" y="424932"/>
                </a:lnTo>
                <a:lnTo>
                  <a:pt x="5516359" y="430572"/>
                </a:lnTo>
                <a:lnTo>
                  <a:pt x="71764" y="430572"/>
                </a:lnTo>
                <a:lnTo>
                  <a:pt x="43830" y="424932"/>
                </a:lnTo>
                <a:lnTo>
                  <a:pt x="21019" y="409552"/>
                </a:lnTo>
                <a:lnTo>
                  <a:pt x="5639" y="386741"/>
                </a:lnTo>
                <a:lnTo>
                  <a:pt x="0" y="358807"/>
                </a:lnTo>
                <a:lnTo>
                  <a:pt x="0" y="71765"/>
                </a:lnTo>
                <a:close/>
              </a:path>
            </a:pathLst>
          </a:custGeom>
          <a:ln xmlns:a="http://schemas.openxmlformats.org/drawingml/2006/main" w="38100">
            <a:solidFill>
              <a:srgbClr val="000000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object 9">
            <a:extLst xmlns:a="http://schemas.openxmlformats.org/drawingml/2006/main">
              <a:ext uri="{FF2B5EF4-FFF2-40B4-BE49-F238E27FC236}">
                <a16:creationId xmlns:a16="http://schemas.microsoft.com/office/drawing/2014/main" id="{984B2D04-527B-491F-B53F-BADB59A9A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9327" y="976846"/>
            <a:ext cx="1741805" cy="2706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F2"/>
          </a:solidFill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60"/>
              </a:spcBef>
              <a:buNone/>
              <a:defRPr sz="1275" b="1">
                <a:solidFill>
                  <a:srgbClr val="171717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171717"/>
                </a:solidFill>
                <a:latin typeface="Noto Sans KR"/>
                <a:ea typeface="Noto Sans KR"/>
                <a:cs typeface="Noto Sans KR"/>
              </a:rPr>
              <a:t>팀명: 티라노4우르스</a:t>
            </a:r>
            <a:endParaRPr sz="1150">
              <a:latin typeface="Pretendard ExtraBold"/>
              <a:ea typeface="Pretendard ExtraBold"/>
              <a:cs typeface="Pretendard ExtraBold"/>
            </a:endParaRPr>
          </a:p>
        </p:txBody>
      </p:sp>
      <p:sp>
        <p:nvSpPr>
          <p:cNvPr id="11" name="object 11">
            <a:extLst xmlns:a="http://schemas.openxmlformats.org/drawingml/2006/main">
              <a:ext uri="{FF2B5EF4-FFF2-40B4-BE49-F238E27FC236}">
                <a16:creationId xmlns:a16="http://schemas.microsoft.com/office/drawing/2014/main" id="{EF823FCC-1B16-459F-9EBF-A5D10DC3A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8646" y="2578803"/>
            <a:ext cx="1915795" cy="3774440"/>
          </a:xfrm>
          <a:custGeom xmlns:a="http://schemas.openxmlformats.org/drawingml/2006/main">
            <a:rect l="l" t="t" r="r" b="b"/>
            <a:pathLst>
              <a:path w="1915795" h="3774440">
                <a:moveTo>
                  <a:pt x="0" y="120685"/>
                </a:moveTo>
                <a:lnTo>
                  <a:pt x="9484" y="73709"/>
                </a:lnTo>
                <a:lnTo>
                  <a:pt x="35347" y="35347"/>
                </a:lnTo>
                <a:lnTo>
                  <a:pt x="73709" y="9484"/>
                </a:lnTo>
                <a:lnTo>
                  <a:pt x="120685" y="0"/>
                </a:lnTo>
                <a:lnTo>
                  <a:pt x="1794969" y="0"/>
                </a:lnTo>
                <a:lnTo>
                  <a:pt x="1841944" y="9484"/>
                </a:lnTo>
                <a:lnTo>
                  <a:pt x="1880306" y="35347"/>
                </a:lnTo>
                <a:lnTo>
                  <a:pt x="1906169" y="73709"/>
                </a:lnTo>
                <a:lnTo>
                  <a:pt x="1915654" y="120685"/>
                </a:lnTo>
                <a:lnTo>
                  <a:pt x="1915654" y="3653416"/>
                </a:lnTo>
                <a:lnTo>
                  <a:pt x="1906169" y="3700392"/>
                </a:lnTo>
                <a:lnTo>
                  <a:pt x="1880306" y="3738753"/>
                </a:lnTo>
                <a:lnTo>
                  <a:pt x="1841944" y="3764617"/>
                </a:lnTo>
                <a:lnTo>
                  <a:pt x="1794969" y="3774102"/>
                </a:lnTo>
                <a:lnTo>
                  <a:pt x="120685" y="3774102"/>
                </a:lnTo>
                <a:lnTo>
                  <a:pt x="73709" y="3764617"/>
                </a:lnTo>
                <a:lnTo>
                  <a:pt x="35347" y="3738753"/>
                </a:lnTo>
                <a:lnTo>
                  <a:pt x="9484" y="3700392"/>
                </a:lnTo>
                <a:lnTo>
                  <a:pt x="0" y="3653416"/>
                </a:lnTo>
                <a:lnTo>
                  <a:pt x="0" y="120685"/>
                </a:lnTo>
                <a:close/>
              </a:path>
            </a:pathLst>
          </a:custGeom>
          <a:ln xmlns:a="http://schemas.openxmlformats.org/drawingml/2006/main" w="12700">
            <a:solidFill>
              <a:srgbClr val="BFBFBF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>
              <a:latin typeface="Pretendard ExtraBold"/>
              <a:ea typeface="Pretendard ExtraBold"/>
              <a:cs typeface="Pretendard ExtraBold"/>
            </a:endParaRPr>
          </a:p>
        </p:txBody>
      </p:sp>
      <p:sp>
        <p:nvSpPr>
          <p:cNvPr id="12" name="object 12">
            <a:extLst xmlns:a="http://schemas.openxmlformats.org/drawingml/2006/main">
              <a:ext uri="{FF2B5EF4-FFF2-40B4-BE49-F238E27FC236}">
                <a16:creationId xmlns:a16="http://schemas.microsoft.com/office/drawing/2014/main" id="{4D139D58-E9D1-4933-96E6-FEEFE3BEF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5641" y="2635991"/>
            <a:ext cx="1281662" cy="223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5240" rIns="0" bIns="0">
            <a:spAutoFit/>
          </a:bodyPr>
          <a:lstStyle xmlns:a="http://schemas.openxmlformats.org/drawingml/2006/main"/>
          <a:p xmlns:a="http://schemas.openxmlformats.org/drawingml/2006/main">
            <a:pPr marL="12700" algn="ctr">
              <a:lnSpc>
                <a:spcPct val="100000"/>
              </a:lnSpc>
              <a:spcBef>
                <a:spcPts val="120"/>
              </a:spcBef>
              <a:buNone/>
            </a:pPr>
            <a:r>
              <a:rPr sz="1350" b="1" spc="135">
                <a:latin typeface="Pretendard Medium"/>
                <a:ea typeface="Pretendard Medium"/>
                <a:cs typeface="Pretendard Medium"/>
              </a:rPr>
              <a:t>주요 키워드</a:t>
            </a:r>
            <a:endParaRPr sz="1350"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14" name="object 14">
            <a:extLst xmlns:a="http://schemas.openxmlformats.org/drawingml/2006/main">
              <a:ext uri="{FF2B5EF4-FFF2-40B4-BE49-F238E27FC236}">
                <a16:creationId xmlns:a16="http://schemas.microsoft.com/office/drawing/2014/main" id="{32708C89-3878-4BA8-B33E-6672D3FAB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906881" y="1321102"/>
            <a:ext cx="7584440" cy="431165"/>
          </a:xfrm>
          <a:custGeom xmlns:a="http://schemas.openxmlformats.org/drawingml/2006/main">
            <a:rect l="l" t="t" r="r" b="b"/>
            <a:pathLst>
              <a:path w="7584440" h="431164">
                <a:moveTo>
                  <a:pt x="7556757" y="0"/>
                </a:moveTo>
                <a:lnTo>
                  <a:pt x="27128" y="0"/>
                </a:lnTo>
                <a:lnTo>
                  <a:pt x="16569" y="2131"/>
                </a:lnTo>
                <a:lnTo>
                  <a:pt x="7945" y="7946"/>
                </a:lnTo>
                <a:lnTo>
                  <a:pt x="2131" y="16569"/>
                </a:lnTo>
                <a:lnTo>
                  <a:pt x="0" y="27129"/>
                </a:lnTo>
                <a:lnTo>
                  <a:pt x="0" y="403442"/>
                </a:lnTo>
                <a:lnTo>
                  <a:pt x="2131" y="414002"/>
                </a:lnTo>
                <a:lnTo>
                  <a:pt x="7945" y="422625"/>
                </a:lnTo>
                <a:lnTo>
                  <a:pt x="16569" y="428439"/>
                </a:lnTo>
                <a:lnTo>
                  <a:pt x="27128" y="430571"/>
                </a:lnTo>
                <a:lnTo>
                  <a:pt x="7556757" y="430571"/>
                </a:lnTo>
                <a:lnTo>
                  <a:pt x="7567317" y="428439"/>
                </a:lnTo>
                <a:lnTo>
                  <a:pt x="7575941" y="422625"/>
                </a:lnTo>
                <a:lnTo>
                  <a:pt x="7581755" y="414002"/>
                </a:lnTo>
                <a:lnTo>
                  <a:pt x="7583887" y="403442"/>
                </a:lnTo>
                <a:lnTo>
                  <a:pt x="7583887" y="27129"/>
                </a:lnTo>
                <a:lnTo>
                  <a:pt x="7581755" y="16569"/>
                </a:lnTo>
                <a:lnTo>
                  <a:pt x="7575941" y="7946"/>
                </a:lnTo>
                <a:lnTo>
                  <a:pt x="7567317" y="2131"/>
                </a:lnTo>
                <a:lnTo>
                  <a:pt x="7556757" y="0"/>
                </a:lnTo>
                <a:close/>
              </a:path>
            </a:pathLst>
          </a:custGeom>
          <a:solidFill xmlns:a="http://schemas.openxmlformats.org/drawingml/2006/main">
            <a:srgbClr val="F2F2F2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>
              <a:latin typeface="Pretendard ExtraBold"/>
              <a:ea typeface="Pretendard ExtraBold"/>
              <a:cs typeface="Pretendard ExtraBold"/>
            </a:endParaRPr>
          </a:p>
        </p:txBody>
      </p:sp>
      <p:sp>
        <p:nvSpPr>
          <p:cNvPr id="15" name="object 15">
            <a:extLst xmlns:a="http://schemas.openxmlformats.org/drawingml/2006/main">
              <a:ext uri="{FF2B5EF4-FFF2-40B4-BE49-F238E27FC236}">
                <a16:creationId xmlns:a16="http://schemas.microsoft.com/office/drawing/2014/main" id="{B080DB65-17A8-4884-A75F-2AAFEAA7B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906881" y="1321102"/>
            <a:ext cx="7584440" cy="431165"/>
          </a:xfrm>
          <a:custGeom xmlns:a="http://schemas.openxmlformats.org/drawingml/2006/main">
            <a:rect l="l" t="t" r="r" b="b"/>
            <a:pathLst>
              <a:path w="7584440" h="431164">
                <a:moveTo>
                  <a:pt x="0" y="27129"/>
                </a:moveTo>
                <a:lnTo>
                  <a:pt x="2131" y="16569"/>
                </a:lnTo>
                <a:lnTo>
                  <a:pt x="7945" y="7946"/>
                </a:lnTo>
                <a:lnTo>
                  <a:pt x="16569" y="2131"/>
                </a:lnTo>
                <a:lnTo>
                  <a:pt x="27129" y="0"/>
                </a:lnTo>
                <a:lnTo>
                  <a:pt x="7556759" y="0"/>
                </a:lnTo>
                <a:lnTo>
                  <a:pt x="7567318" y="2131"/>
                </a:lnTo>
                <a:lnTo>
                  <a:pt x="7575941" y="7946"/>
                </a:lnTo>
                <a:lnTo>
                  <a:pt x="7581756" y="16569"/>
                </a:lnTo>
                <a:lnTo>
                  <a:pt x="7583888" y="27129"/>
                </a:lnTo>
                <a:lnTo>
                  <a:pt x="7583888" y="403442"/>
                </a:lnTo>
                <a:lnTo>
                  <a:pt x="7581756" y="414002"/>
                </a:lnTo>
                <a:lnTo>
                  <a:pt x="7575941" y="422625"/>
                </a:lnTo>
                <a:lnTo>
                  <a:pt x="7567318" y="428440"/>
                </a:lnTo>
                <a:lnTo>
                  <a:pt x="7556759" y="430572"/>
                </a:lnTo>
                <a:lnTo>
                  <a:pt x="27129" y="430572"/>
                </a:lnTo>
                <a:lnTo>
                  <a:pt x="16569" y="428440"/>
                </a:lnTo>
                <a:lnTo>
                  <a:pt x="7945" y="422625"/>
                </a:lnTo>
                <a:lnTo>
                  <a:pt x="2131" y="414002"/>
                </a:lnTo>
                <a:lnTo>
                  <a:pt x="0" y="403442"/>
                </a:lnTo>
                <a:lnTo>
                  <a:pt x="0" y="27129"/>
                </a:lnTo>
                <a:close/>
              </a:path>
            </a:pathLst>
          </a:custGeom>
          <a:ln xmlns:a="http://schemas.openxmlformats.org/drawingml/2006/main" w="12700">
            <a:solidFill>
              <a:srgbClr val="BFBFBF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>
              <a:latin typeface="Pretendard ExtraBold"/>
              <a:ea typeface="Pretendard ExtraBold"/>
              <a:cs typeface="Pretendard ExtraBold"/>
            </a:endParaRPr>
          </a:p>
        </p:txBody>
      </p:sp>
      <p:sp>
        <p:nvSpPr>
          <p:cNvPr id="16" name="object 16">
            <a:extLst xmlns:a="http://schemas.openxmlformats.org/drawingml/2006/main">
              <a:ext uri="{FF2B5EF4-FFF2-40B4-BE49-F238E27FC236}">
                <a16:creationId xmlns:a16="http://schemas.microsoft.com/office/drawing/2014/main" id="{86DD9701-4498-48B0-929C-F514D42A0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906881" y="1942528"/>
            <a:ext cx="7584440" cy="431165"/>
          </a:xfrm>
          <a:custGeom xmlns:a="http://schemas.openxmlformats.org/drawingml/2006/main">
            <a:rect l="l" t="t" r="r" b="b"/>
            <a:pathLst>
              <a:path w="7584440" h="431164">
                <a:moveTo>
                  <a:pt x="7556757" y="0"/>
                </a:moveTo>
                <a:lnTo>
                  <a:pt x="27128" y="0"/>
                </a:lnTo>
                <a:lnTo>
                  <a:pt x="16569" y="2131"/>
                </a:lnTo>
                <a:lnTo>
                  <a:pt x="7945" y="7946"/>
                </a:lnTo>
                <a:lnTo>
                  <a:pt x="2131" y="16569"/>
                </a:lnTo>
                <a:lnTo>
                  <a:pt x="0" y="27129"/>
                </a:lnTo>
                <a:lnTo>
                  <a:pt x="0" y="403443"/>
                </a:lnTo>
                <a:lnTo>
                  <a:pt x="2131" y="414002"/>
                </a:lnTo>
                <a:lnTo>
                  <a:pt x="7945" y="422625"/>
                </a:lnTo>
                <a:lnTo>
                  <a:pt x="16569" y="428439"/>
                </a:lnTo>
                <a:lnTo>
                  <a:pt x="27128" y="430571"/>
                </a:lnTo>
                <a:lnTo>
                  <a:pt x="7556757" y="430571"/>
                </a:lnTo>
                <a:lnTo>
                  <a:pt x="7567317" y="428439"/>
                </a:lnTo>
                <a:lnTo>
                  <a:pt x="7575941" y="422625"/>
                </a:lnTo>
                <a:lnTo>
                  <a:pt x="7581755" y="414002"/>
                </a:lnTo>
                <a:lnTo>
                  <a:pt x="7583887" y="403443"/>
                </a:lnTo>
                <a:lnTo>
                  <a:pt x="7583887" y="27129"/>
                </a:lnTo>
                <a:lnTo>
                  <a:pt x="7581755" y="16569"/>
                </a:lnTo>
                <a:lnTo>
                  <a:pt x="7575941" y="7946"/>
                </a:lnTo>
                <a:lnTo>
                  <a:pt x="7567317" y="2131"/>
                </a:lnTo>
                <a:lnTo>
                  <a:pt x="7556757" y="0"/>
                </a:lnTo>
                <a:close/>
              </a:path>
            </a:pathLst>
          </a:custGeom>
          <a:solidFill xmlns:a="http://schemas.openxmlformats.org/drawingml/2006/main">
            <a:srgbClr val="F2F2F2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>
              <a:latin typeface="Pretendard ExtraBold"/>
              <a:ea typeface="Pretendard ExtraBold"/>
              <a:cs typeface="Pretendard ExtraBold"/>
            </a:endParaRPr>
          </a:p>
        </p:txBody>
      </p:sp>
      <p:sp>
        <p:nvSpPr>
          <p:cNvPr id="17" name="object 17">
            <a:extLst xmlns:a="http://schemas.openxmlformats.org/drawingml/2006/main">
              <a:ext uri="{FF2B5EF4-FFF2-40B4-BE49-F238E27FC236}">
                <a16:creationId xmlns:a16="http://schemas.microsoft.com/office/drawing/2014/main" id="{2EF6426A-12A0-4755-810C-E5BC4A982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906881" y="1942528"/>
            <a:ext cx="7584440" cy="431165"/>
          </a:xfrm>
          <a:custGeom xmlns:a="http://schemas.openxmlformats.org/drawingml/2006/main">
            <a:rect l="l" t="t" r="r" b="b"/>
            <a:pathLst>
              <a:path w="7584440" h="431164">
                <a:moveTo>
                  <a:pt x="0" y="27129"/>
                </a:moveTo>
                <a:lnTo>
                  <a:pt x="2131" y="16569"/>
                </a:lnTo>
                <a:lnTo>
                  <a:pt x="7945" y="7946"/>
                </a:lnTo>
                <a:lnTo>
                  <a:pt x="16569" y="2131"/>
                </a:lnTo>
                <a:lnTo>
                  <a:pt x="27129" y="0"/>
                </a:lnTo>
                <a:lnTo>
                  <a:pt x="7556759" y="0"/>
                </a:lnTo>
                <a:lnTo>
                  <a:pt x="7567318" y="2131"/>
                </a:lnTo>
                <a:lnTo>
                  <a:pt x="7575941" y="7946"/>
                </a:lnTo>
                <a:lnTo>
                  <a:pt x="7581756" y="16569"/>
                </a:lnTo>
                <a:lnTo>
                  <a:pt x="7583888" y="27129"/>
                </a:lnTo>
                <a:lnTo>
                  <a:pt x="7583888" y="403442"/>
                </a:lnTo>
                <a:lnTo>
                  <a:pt x="7581756" y="414002"/>
                </a:lnTo>
                <a:lnTo>
                  <a:pt x="7575941" y="422625"/>
                </a:lnTo>
                <a:lnTo>
                  <a:pt x="7567318" y="428440"/>
                </a:lnTo>
                <a:lnTo>
                  <a:pt x="7556759" y="430572"/>
                </a:lnTo>
                <a:lnTo>
                  <a:pt x="27129" y="430572"/>
                </a:lnTo>
                <a:lnTo>
                  <a:pt x="16569" y="428440"/>
                </a:lnTo>
                <a:lnTo>
                  <a:pt x="7945" y="422625"/>
                </a:lnTo>
                <a:lnTo>
                  <a:pt x="2131" y="414002"/>
                </a:lnTo>
                <a:lnTo>
                  <a:pt x="0" y="403442"/>
                </a:lnTo>
                <a:lnTo>
                  <a:pt x="0" y="27129"/>
                </a:lnTo>
                <a:close/>
              </a:path>
            </a:pathLst>
          </a:custGeom>
          <a:ln xmlns:a="http://schemas.openxmlformats.org/drawingml/2006/main" w="12700">
            <a:solidFill>
              <a:srgbClr val="BFBFBF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>
              <a:latin typeface="Pretendard ExtraBold"/>
              <a:ea typeface="Pretendard ExtraBold"/>
              <a:cs typeface="Pretendard ExtraBold"/>
            </a:endParaRPr>
          </a:p>
        </p:txBody>
      </p:sp>
      <p:pic>
        <p:nvPicPr>
          <p:cNvPr id="51" name="object 18">
            <a:extLst xmlns:a="http://schemas.openxmlformats.org/drawingml/2006/main">
              <a:ext uri="{FF2B5EF4-FFF2-40B4-BE49-F238E27FC236}">
                <a16:creationId xmlns:a16="http://schemas.microsoft.com/office/drawing/2014/main" id="{6B30F8CB-B2AE-4B9C-9FFC-34C967695C9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ad7b2a24864ca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3812719" y="2578806"/>
            <a:ext cx="776428" cy="3917572"/>
          </a:xfrm>
          <a:prstGeom xmlns:a="http://schemas.openxmlformats.org/drawingml/2006/main" prst="rect">
            <a:avLst/>
          </a:prstGeom>
        </p:spPr>
      </p:pic>
      <p:pic>
        <p:nvPicPr>
          <p:cNvPr id="52" name="object 19">
            <a:extLst xmlns:a="http://schemas.openxmlformats.org/drawingml/2006/main">
              <a:ext uri="{FF2B5EF4-FFF2-40B4-BE49-F238E27FC236}">
                <a16:creationId xmlns:a16="http://schemas.microsoft.com/office/drawing/2014/main" id="{4D0D9FF9-BFB4-45D8-ACB5-FDBC8AB39FD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009c2d755442e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3877056" y="3986783"/>
            <a:ext cx="1207008" cy="1298447"/>
          </a:xfrm>
          <a:prstGeom xmlns:a="http://schemas.openxmlformats.org/drawingml/2006/main" prst="rect">
            <a:avLst/>
          </a:prstGeom>
        </p:spPr>
      </p:pic>
      <p:sp>
        <p:nvSpPr>
          <p:cNvPr id="20" name="object 20">
            <a:extLst xmlns:a="http://schemas.openxmlformats.org/drawingml/2006/main">
              <a:ext uri="{FF2B5EF4-FFF2-40B4-BE49-F238E27FC236}">
                <a16:creationId xmlns:a16="http://schemas.microsoft.com/office/drawing/2014/main" id="{71D14DD1-714A-4961-99C2-24FAA6DBD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7912" y="4186427"/>
            <a:ext cx="413886" cy="27674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9050" marR="5080" indent="-6350">
              <a:lnSpc>
                <a:spcPct val="105000"/>
              </a:lnSpc>
              <a:spcBef>
                <a:spcPts val="100"/>
              </a:spcBef>
              <a:buNone/>
            </a:pPr>
            <a:r>
              <a:rPr sz="800">
                <a:latin typeface="Pretendard ExtraBold"/>
                <a:ea typeface="Pretendard ExtraBold"/>
                <a:cs typeface="Pretendard ExtraBold"/>
              </a:rPr>
              <a:t>Social</a:t>
            </a:r>
          </a:p>
          <a:p xmlns:a="http://schemas.openxmlformats.org/drawingml/2006/main">
            <a:pPr marL="19050" marR="5080" indent="-6350">
              <a:lnSpc>
                <a:spcPct val="105000"/>
              </a:lnSpc>
              <a:spcBef>
                <a:spcPts val="100"/>
              </a:spcBef>
              <a:buNone/>
            </a:pPr>
            <a:r>
              <a:rPr sz="800">
                <a:latin typeface="Pretendard ExtraBold"/>
                <a:ea typeface="Pretendard ExtraBold"/>
                <a:cs typeface="Pretendard ExtraBold"/>
              </a:rPr>
              <a:t>Voice</a:t>
            </a:r>
            <a:endParaRPr sz="800">
              <a:latin typeface="Pretendard ExtraBold"/>
              <a:ea typeface="Pretendard ExtraBold"/>
              <a:cs typeface="Pretendard ExtraBold"/>
            </a:endParaRPr>
          </a:p>
        </p:txBody>
      </p:sp>
      <p:sp>
        <p:nvSpPr>
          <p:cNvPr id="22" name="object 22">
            <a:extLst xmlns:a="http://schemas.openxmlformats.org/drawingml/2006/main">
              <a:ext uri="{FF2B5EF4-FFF2-40B4-BE49-F238E27FC236}">
                <a16:creationId xmlns:a16="http://schemas.microsoft.com/office/drawing/2014/main" id="{33E9D36A-6374-499C-A165-116CE4FBA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12209" y="2578803"/>
            <a:ext cx="5179060" cy="3774440"/>
          </a:xfrm>
          <a:custGeom xmlns:a="http://schemas.openxmlformats.org/drawingml/2006/main">
            <a:rect l="l" t="t" r="r" b="b"/>
            <a:pathLst>
              <a:path w="5179059" h="3774440">
                <a:moveTo>
                  <a:pt x="0" y="83030"/>
                </a:moveTo>
                <a:lnTo>
                  <a:pt x="6524" y="50711"/>
                </a:lnTo>
                <a:lnTo>
                  <a:pt x="24318" y="24319"/>
                </a:lnTo>
                <a:lnTo>
                  <a:pt x="50711" y="6524"/>
                </a:lnTo>
                <a:lnTo>
                  <a:pt x="83030" y="0"/>
                </a:lnTo>
                <a:lnTo>
                  <a:pt x="5095530" y="0"/>
                </a:lnTo>
                <a:lnTo>
                  <a:pt x="5127849" y="6524"/>
                </a:lnTo>
                <a:lnTo>
                  <a:pt x="5154241" y="24319"/>
                </a:lnTo>
                <a:lnTo>
                  <a:pt x="5172035" y="50711"/>
                </a:lnTo>
                <a:lnTo>
                  <a:pt x="5178560" y="83030"/>
                </a:lnTo>
                <a:lnTo>
                  <a:pt x="5178560" y="3691072"/>
                </a:lnTo>
                <a:lnTo>
                  <a:pt x="5172035" y="3723390"/>
                </a:lnTo>
                <a:lnTo>
                  <a:pt x="5154241" y="3749783"/>
                </a:lnTo>
                <a:lnTo>
                  <a:pt x="5127849" y="3767577"/>
                </a:lnTo>
                <a:lnTo>
                  <a:pt x="5095530" y="3774102"/>
                </a:lnTo>
                <a:lnTo>
                  <a:pt x="83030" y="3774102"/>
                </a:lnTo>
                <a:lnTo>
                  <a:pt x="50711" y="3767577"/>
                </a:lnTo>
                <a:lnTo>
                  <a:pt x="24318" y="3749783"/>
                </a:lnTo>
                <a:lnTo>
                  <a:pt x="6524" y="3723390"/>
                </a:lnTo>
                <a:lnTo>
                  <a:pt x="0" y="3691072"/>
                </a:lnTo>
                <a:lnTo>
                  <a:pt x="0" y="83030"/>
                </a:lnTo>
                <a:close/>
              </a:path>
            </a:pathLst>
          </a:custGeom>
          <a:ln xmlns:a="http://schemas.openxmlformats.org/drawingml/2006/main" w="12700">
            <a:solidFill>
              <a:srgbClr val="BFBFBF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>
              <a:latin typeface="Pretendard ExtraBold"/>
              <a:ea typeface="Pretendard ExtraBold"/>
              <a:cs typeface="Pretendard ExtraBold"/>
            </a:endParaRPr>
          </a:p>
        </p:txBody>
      </p:sp>
      <p:sp>
        <p:nvSpPr>
          <p:cNvPr id="23" name="object 23">
            <a:extLst xmlns:a="http://schemas.openxmlformats.org/drawingml/2006/main">
              <a:ext uri="{FF2B5EF4-FFF2-40B4-BE49-F238E27FC236}">
                <a16:creationId xmlns:a16="http://schemas.microsoft.com/office/drawing/2014/main" id="{D18D5C76-C9D4-406D-B38F-74BA31C04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77146" y="2654881"/>
            <a:ext cx="227329" cy="3642360"/>
          </a:xfrm>
          <a:custGeom xmlns:a="http://schemas.openxmlformats.org/drawingml/2006/main">
            <a:rect l="l" t="t" r="r" b="b"/>
            <a:pathLst>
              <a:path w="227329" h="3642360">
                <a:moveTo>
                  <a:pt x="227079" y="3641752"/>
                </a:moveTo>
                <a:lnTo>
                  <a:pt x="138689" y="3641751"/>
                </a:lnTo>
                <a:lnTo>
                  <a:pt x="66509" y="3641750"/>
                </a:lnTo>
                <a:lnTo>
                  <a:pt x="17844" y="3641749"/>
                </a:lnTo>
                <a:lnTo>
                  <a:pt x="0" y="3641748"/>
                </a:lnTo>
                <a:lnTo>
                  <a:pt x="0" y="3"/>
                </a:lnTo>
                <a:lnTo>
                  <a:pt x="17844" y="2"/>
                </a:lnTo>
                <a:lnTo>
                  <a:pt x="66509" y="1"/>
                </a:lnTo>
                <a:lnTo>
                  <a:pt x="138689" y="0"/>
                </a:lnTo>
                <a:lnTo>
                  <a:pt x="227079" y="0"/>
                </a:lnTo>
              </a:path>
            </a:pathLst>
          </a:custGeom>
          <a:ln xmlns:a="http://schemas.openxmlformats.org/drawingml/2006/main" w="9525">
            <a:solidFill>
              <a:srgbClr val="BFBFBF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>
              <a:latin typeface="Pretendard ExtraBold"/>
              <a:ea typeface="Pretendard ExtraBold"/>
              <a:cs typeface="Pretendard ExtraBold"/>
            </a:endParaRPr>
          </a:p>
        </p:txBody>
      </p:sp>
      <p:sp>
        <p:nvSpPr>
          <p:cNvPr id="24" name="object 24">
            <a:extLst xmlns:a="http://schemas.openxmlformats.org/drawingml/2006/main">
              <a:ext uri="{FF2B5EF4-FFF2-40B4-BE49-F238E27FC236}">
                <a16:creationId xmlns:a16="http://schemas.microsoft.com/office/drawing/2014/main" id="{0462CEAE-9DB3-40FC-A785-CCEEED9D3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81756" y="4475757"/>
            <a:ext cx="295910" cy="0"/>
          </a:xfrm>
          <a:custGeom xmlns:a="http://schemas.openxmlformats.org/drawingml/2006/main">
            <a:rect l="l" t="t" r="r" b="b"/>
            <a:pathLst>
              <a:path w="295910" h="0">
                <a:moveTo>
                  <a:pt x="295390" y="1"/>
                </a:moveTo>
                <a:lnTo>
                  <a:pt x="0" y="0"/>
                </a:lnTo>
              </a:path>
            </a:pathLst>
          </a:custGeom>
          <a:ln xmlns:a="http://schemas.openxmlformats.org/drawingml/2006/main" w="9525">
            <a:solidFill>
              <a:srgbClr val="BFBFBF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>
              <a:latin typeface="Pretendard ExtraBold"/>
              <a:ea typeface="Pretendard ExtraBold"/>
              <a:cs typeface="Pretendard ExtraBold"/>
            </a:endParaRPr>
          </a:p>
        </p:txBody>
      </p:sp>
      <p:sp>
        <p:nvSpPr>
          <p:cNvPr id="25" name="object 25">
            <a:extLst xmlns:a="http://schemas.openxmlformats.org/drawingml/2006/main">
              <a:ext uri="{FF2B5EF4-FFF2-40B4-BE49-F238E27FC236}">
                <a16:creationId xmlns:a16="http://schemas.microsoft.com/office/drawing/2014/main" id="{E6DC0733-0F33-4C86-B8FF-96FED89C7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58646" y="1321102"/>
            <a:ext cx="902335" cy="431165"/>
          </a:xfrm>
          <a:custGeom xmlns:a="http://schemas.openxmlformats.org/drawingml/2006/main">
            <a:rect l="l" t="t" r="r" b="b"/>
            <a:pathLst>
              <a:path w="902335" h="431164">
                <a:moveTo>
                  <a:pt x="830375" y="0"/>
                </a:moveTo>
                <a:lnTo>
                  <a:pt x="71763" y="0"/>
                </a:lnTo>
                <a:lnTo>
                  <a:pt x="43830" y="5639"/>
                </a:lnTo>
                <a:lnTo>
                  <a:pt x="21019" y="21019"/>
                </a:lnTo>
                <a:lnTo>
                  <a:pt x="5639" y="43830"/>
                </a:lnTo>
                <a:lnTo>
                  <a:pt x="0" y="71763"/>
                </a:lnTo>
                <a:lnTo>
                  <a:pt x="0" y="358808"/>
                </a:lnTo>
                <a:lnTo>
                  <a:pt x="5639" y="386741"/>
                </a:lnTo>
                <a:lnTo>
                  <a:pt x="21019" y="409552"/>
                </a:lnTo>
                <a:lnTo>
                  <a:pt x="43830" y="424932"/>
                </a:lnTo>
                <a:lnTo>
                  <a:pt x="71763" y="430571"/>
                </a:lnTo>
                <a:lnTo>
                  <a:pt x="830375" y="430571"/>
                </a:lnTo>
                <a:lnTo>
                  <a:pt x="858309" y="424932"/>
                </a:lnTo>
                <a:lnTo>
                  <a:pt x="881120" y="409552"/>
                </a:lnTo>
                <a:lnTo>
                  <a:pt x="896499" y="386741"/>
                </a:lnTo>
                <a:lnTo>
                  <a:pt x="902139" y="358808"/>
                </a:lnTo>
                <a:lnTo>
                  <a:pt x="902139" y="71763"/>
                </a:lnTo>
                <a:lnTo>
                  <a:pt x="896499" y="43830"/>
                </a:lnTo>
                <a:lnTo>
                  <a:pt x="881120" y="21019"/>
                </a:lnTo>
                <a:lnTo>
                  <a:pt x="858309" y="5639"/>
                </a:lnTo>
                <a:lnTo>
                  <a:pt x="830375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>
                <a:solidFill>
                  <a:schemeClr val="bg1"/>
                </a:solidFill>
                <a:latin typeface="Pretendard ExtraBold"/>
                <a:ea typeface="Pretendard ExtraBold"/>
                <a:cs typeface="Pretendard ExtraBold"/>
              </a:rPr>
              <a:t>페르소나</a:t>
            </a:r>
            <a:endParaRPr>
              <a:solidFill>
                <a:schemeClr val="bg1"/>
              </a:solidFill>
              <a:latin typeface="Pretendard ExtraBold"/>
              <a:ea typeface="Pretendard ExtraBold"/>
              <a:cs typeface="Pretendard ExtraBold"/>
            </a:endParaRPr>
          </a:p>
        </p:txBody>
      </p:sp>
      <p:sp>
        <p:nvSpPr>
          <p:cNvPr id="26" name="object 26">
            <a:extLst xmlns:a="http://schemas.openxmlformats.org/drawingml/2006/main">
              <a:ext uri="{FF2B5EF4-FFF2-40B4-BE49-F238E27FC236}">
                <a16:creationId xmlns:a16="http://schemas.microsoft.com/office/drawing/2014/main" id="{253D2F90-5D63-472C-820A-9D88080DE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58646" y="1321102"/>
            <a:ext cx="902335" cy="431165"/>
          </a:xfrm>
          <a:custGeom xmlns:a="http://schemas.openxmlformats.org/drawingml/2006/main">
            <a:rect l="l" t="t" r="r" b="b"/>
            <a:pathLst>
              <a:path w="902335" h="431164">
                <a:moveTo>
                  <a:pt x="0" y="71763"/>
                </a:moveTo>
                <a:lnTo>
                  <a:pt x="5639" y="43830"/>
                </a:lnTo>
                <a:lnTo>
                  <a:pt x="21019" y="21019"/>
                </a:lnTo>
                <a:lnTo>
                  <a:pt x="43830" y="5639"/>
                </a:lnTo>
                <a:lnTo>
                  <a:pt x="71763" y="0"/>
                </a:lnTo>
                <a:lnTo>
                  <a:pt x="830376" y="0"/>
                </a:lnTo>
                <a:lnTo>
                  <a:pt x="858309" y="5639"/>
                </a:lnTo>
                <a:lnTo>
                  <a:pt x="881120" y="21019"/>
                </a:lnTo>
                <a:lnTo>
                  <a:pt x="896500" y="43830"/>
                </a:lnTo>
                <a:lnTo>
                  <a:pt x="902140" y="71763"/>
                </a:lnTo>
                <a:lnTo>
                  <a:pt x="902140" y="358808"/>
                </a:lnTo>
                <a:lnTo>
                  <a:pt x="896500" y="386741"/>
                </a:lnTo>
                <a:lnTo>
                  <a:pt x="881120" y="409552"/>
                </a:lnTo>
                <a:lnTo>
                  <a:pt x="858309" y="424932"/>
                </a:lnTo>
                <a:lnTo>
                  <a:pt x="830376" y="430572"/>
                </a:lnTo>
                <a:lnTo>
                  <a:pt x="71763" y="430572"/>
                </a:lnTo>
                <a:lnTo>
                  <a:pt x="43830" y="424932"/>
                </a:lnTo>
                <a:lnTo>
                  <a:pt x="21019" y="409552"/>
                </a:lnTo>
                <a:lnTo>
                  <a:pt x="5639" y="386741"/>
                </a:lnTo>
                <a:lnTo>
                  <a:pt x="0" y="358808"/>
                </a:lnTo>
                <a:lnTo>
                  <a:pt x="0" y="71763"/>
                </a:lnTo>
                <a:close/>
              </a:path>
            </a:pathLst>
          </a:custGeom>
          <a:ln xmlns:a="http://schemas.openxmlformats.org/drawingml/2006/main" w="38100">
            <a:solidFill>
              <a:srgbClr val="000000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>
              <a:latin typeface="Pretendard ExtraBold"/>
              <a:ea typeface="Pretendard ExtraBold"/>
              <a:cs typeface="Pretendard ExtraBold"/>
            </a:endParaRPr>
          </a:p>
        </p:txBody>
      </p:sp>
      <p:sp>
        <p:nvSpPr>
          <p:cNvPr id="27" name="object 27">
            <a:extLst xmlns:a="http://schemas.openxmlformats.org/drawingml/2006/main">
              <a:ext uri="{FF2B5EF4-FFF2-40B4-BE49-F238E27FC236}">
                <a16:creationId xmlns:a16="http://schemas.microsoft.com/office/drawing/2014/main" id="{4979F275-A7AF-4C42-A4FC-D44620EEB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58646" y="1942528"/>
            <a:ext cx="902335" cy="431165"/>
          </a:xfrm>
          <a:custGeom xmlns:a="http://schemas.openxmlformats.org/drawingml/2006/main">
            <a:rect l="l" t="t" r="r" b="b"/>
            <a:pathLst>
              <a:path w="902335" h="431164">
                <a:moveTo>
                  <a:pt x="830375" y="0"/>
                </a:moveTo>
                <a:lnTo>
                  <a:pt x="71763" y="0"/>
                </a:lnTo>
                <a:lnTo>
                  <a:pt x="43830" y="5639"/>
                </a:lnTo>
                <a:lnTo>
                  <a:pt x="21019" y="21019"/>
                </a:lnTo>
                <a:lnTo>
                  <a:pt x="5639" y="43830"/>
                </a:lnTo>
                <a:lnTo>
                  <a:pt x="0" y="71763"/>
                </a:lnTo>
                <a:lnTo>
                  <a:pt x="0" y="358809"/>
                </a:lnTo>
                <a:lnTo>
                  <a:pt x="5639" y="386742"/>
                </a:lnTo>
                <a:lnTo>
                  <a:pt x="21019" y="409552"/>
                </a:lnTo>
                <a:lnTo>
                  <a:pt x="43830" y="424932"/>
                </a:lnTo>
                <a:lnTo>
                  <a:pt x="71763" y="430571"/>
                </a:lnTo>
                <a:lnTo>
                  <a:pt x="830375" y="430571"/>
                </a:lnTo>
                <a:lnTo>
                  <a:pt x="858309" y="424932"/>
                </a:lnTo>
                <a:lnTo>
                  <a:pt x="881120" y="409552"/>
                </a:lnTo>
                <a:lnTo>
                  <a:pt x="896499" y="386742"/>
                </a:lnTo>
                <a:lnTo>
                  <a:pt x="902139" y="358809"/>
                </a:lnTo>
                <a:lnTo>
                  <a:pt x="902139" y="71763"/>
                </a:lnTo>
                <a:lnTo>
                  <a:pt x="896499" y="43830"/>
                </a:lnTo>
                <a:lnTo>
                  <a:pt x="881120" y="21019"/>
                </a:lnTo>
                <a:lnTo>
                  <a:pt x="858309" y="5639"/>
                </a:lnTo>
                <a:lnTo>
                  <a:pt x="830375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>
                <a:solidFill>
                  <a:schemeClr val="bg1"/>
                </a:solidFill>
                <a:latin typeface="Pretendard ExtraBold"/>
                <a:ea typeface="Pretendard ExtraBold"/>
                <a:cs typeface="Pretendard ExtraBold"/>
              </a:rPr>
              <a:t>Desire</a:t>
            </a:r>
            <a:endParaRPr>
              <a:solidFill>
                <a:schemeClr val="bg1"/>
              </a:solidFill>
              <a:latin typeface="Pretendard ExtraBold"/>
              <a:ea typeface="Pretendard ExtraBold"/>
              <a:cs typeface="Pretendard ExtraBold"/>
            </a:endParaRPr>
          </a:p>
        </p:txBody>
      </p:sp>
      <p:sp>
        <p:nvSpPr>
          <p:cNvPr id="28" name="object 28">
            <a:extLst xmlns:a="http://schemas.openxmlformats.org/drawingml/2006/main">
              <a:ext uri="{FF2B5EF4-FFF2-40B4-BE49-F238E27FC236}">
                <a16:creationId xmlns:a16="http://schemas.microsoft.com/office/drawing/2014/main" id="{0CBF4C16-21B3-4496-9AA8-C4C07C9FF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58646" y="1942528"/>
            <a:ext cx="902335" cy="431165"/>
          </a:xfrm>
          <a:custGeom xmlns:a="http://schemas.openxmlformats.org/drawingml/2006/main">
            <a:rect l="l" t="t" r="r" b="b"/>
            <a:pathLst>
              <a:path w="902335" h="431164">
                <a:moveTo>
                  <a:pt x="0" y="71763"/>
                </a:moveTo>
                <a:lnTo>
                  <a:pt x="5639" y="43830"/>
                </a:lnTo>
                <a:lnTo>
                  <a:pt x="21019" y="21019"/>
                </a:lnTo>
                <a:lnTo>
                  <a:pt x="43830" y="5639"/>
                </a:lnTo>
                <a:lnTo>
                  <a:pt x="71763" y="0"/>
                </a:lnTo>
                <a:lnTo>
                  <a:pt x="830376" y="0"/>
                </a:lnTo>
                <a:lnTo>
                  <a:pt x="858309" y="5639"/>
                </a:lnTo>
                <a:lnTo>
                  <a:pt x="881120" y="21019"/>
                </a:lnTo>
                <a:lnTo>
                  <a:pt x="896500" y="43830"/>
                </a:lnTo>
                <a:lnTo>
                  <a:pt x="902140" y="71763"/>
                </a:lnTo>
                <a:lnTo>
                  <a:pt x="902140" y="358808"/>
                </a:lnTo>
                <a:lnTo>
                  <a:pt x="896500" y="386741"/>
                </a:lnTo>
                <a:lnTo>
                  <a:pt x="881120" y="409552"/>
                </a:lnTo>
                <a:lnTo>
                  <a:pt x="858309" y="424932"/>
                </a:lnTo>
                <a:lnTo>
                  <a:pt x="830376" y="430572"/>
                </a:lnTo>
                <a:lnTo>
                  <a:pt x="71763" y="430572"/>
                </a:lnTo>
                <a:lnTo>
                  <a:pt x="43830" y="424932"/>
                </a:lnTo>
                <a:lnTo>
                  <a:pt x="21019" y="409552"/>
                </a:lnTo>
                <a:lnTo>
                  <a:pt x="5639" y="386741"/>
                </a:lnTo>
                <a:lnTo>
                  <a:pt x="0" y="358808"/>
                </a:lnTo>
                <a:lnTo>
                  <a:pt x="0" y="71763"/>
                </a:lnTo>
                <a:close/>
              </a:path>
            </a:pathLst>
          </a:custGeom>
          <a:ln xmlns:a="http://schemas.openxmlformats.org/drawingml/2006/main" w="38100">
            <a:solidFill>
              <a:srgbClr val="000000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>
              <a:latin typeface="Pretendard ExtraBold"/>
              <a:ea typeface="Pretendard ExtraBold"/>
              <a:cs typeface="Pretendard ExtraBold"/>
            </a:endParaRPr>
          </a:p>
        </p:txBody>
      </p:sp>
      <p:sp>
        <p:nvSpPr>
          <p:cNvPr id="4" name="object 12">
            <a:extLst xmlns:a="http://schemas.openxmlformats.org/drawingml/2006/main">
              <a:ext uri="{FF2B5EF4-FFF2-40B4-BE49-F238E27FC236}">
                <a16:creationId xmlns:a16="http://schemas.microsoft.com/office/drawing/2014/main" id="{79857B2E-87C5-7D9C-AE17-AFA6CA9D7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0011" y="2602460"/>
            <a:ext cx="2524147" cy="223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5240" rIns="0" bIns="0">
            <a:spAutoFit/>
          </a:bodyPr>
          <a:lstStyle xmlns:a="http://schemas.openxmlformats.org/drawingml/2006/main"/>
          <a:p xmlns:a="http://schemas.openxmlformats.org/drawingml/2006/main">
            <a:pPr marL="12700" algn="ctr">
              <a:lnSpc>
                <a:spcPct val="100000"/>
              </a:lnSpc>
              <a:spcBef>
                <a:spcPts val="120"/>
              </a:spcBef>
              <a:buNone/>
            </a:pPr>
            <a:r>
              <a:rPr sz="1350" b="1" spc="135">
                <a:latin typeface="Pretendard Medium"/>
                <a:ea typeface="Pretendard Medium"/>
                <a:cs typeface="Pretendard Medium"/>
              </a:rPr>
              <a:t>원본 데이터의 이야기</a:t>
            </a:r>
            <a:endParaRPr sz="1350"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31" name="서비스 사용자">
            <a:extLst xmlns:a="http://schemas.openxmlformats.org/drawingml/2006/main">
              <a:ext uri="{FF2B5EF4-FFF2-40B4-BE49-F238E27FC236}">
                <a16:creationId xmlns:a16="http://schemas.microsoft.com/office/drawing/2014/main" id="{B13EB7DE-77FE-4EA6-AD52-9774E6407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1390650"/>
            <a:ext cx="73818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575" b="1">
                <a:solidFill>
                  <a:srgbClr val="171717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171717"/>
                </a:solidFill>
                <a:latin typeface="Noto Sans KR"/>
                <a:ea typeface="Noto Sans KR"/>
                <a:cs typeface="Noto Sans KR"/>
              </a:rPr>
              <a:t>이서연(35세·가명) · 정수기 구독 이용 고객 · 가정 내 계약·관리 담당</a:t>
            </a:r>
          </a:p>
        </p:txBody>
      </p:sp>
      <p:sp>
        <p:nvSpPr>
          <p:cNvPr id="32" name="고객 욕구">
            <a:extLst xmlns:a="http://schemas.openxmlformats.org/drawingml/2006/main">
              <a:ext uri="{FF2B5EF4-FFF2-40B4-BE49-F238E27FC236}">
                <a16:creationId xmlns:a16="http://schemas.microsoft.com/office/drawing/2014/main" id="{2FBCB04E-DAB4-4EDF-8646-2EA372ED0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2009775"/>
            <a:ext cx="73818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575" b="1">
                <a:solidFill>
                  <a:srgbClr val="171717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171717"/>
                </a:solidFill>
                <a:latin typeface="Noto Sans KR"/>
                <a:ea typeface="Noto Sans KR"/>
                <a:cs typeface="Noto Sans KR"/>
              </a:rPr>
              <a:t>내 계약과 새 구독 조건을 이해하고 다음 행동을 결정하고 싶다</a:t>
            </a:r>
          </a:p>
        </p:txBody>
      </p:sp>
      <p:sp>
        <p:nvSpPr>
          <p:cNvPr id="33" name="주요 키워드">
            <a:extLst xmlns:a="http://schemas.openxmlformats.org/drawingml/2006/main">
              <a:ext uri="{FF2B5EF4-FFF2-40B4-BE49-F238E27FC236}">
                <a16:creationId xmlns:a16="http://schemas.microsoft.com/office/drawing/2014/main" id="{C2672048-E3C4-4FF3-973B-34A4572FC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3038475"/>
            <a:ext cx="1666875" cy="300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125" b="0">
                <a:solidFill>
                  <a:srgbClr val="171717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171717"/>
                </a:solidFill>
                <a:latin typeface="Noto Sans KR"/>
                <a:ea typeface="Noto Sans KR"/>
                <a:cs typeface="Noto Sans KR"/>
              </a:rPr>
              <a:t>#계약기간</a:t>
            </a:r>
          </a:p>
          <a:p xmlns:a="http://schemas.openxmlformats.org/drawingml/2006/main">
            <a:r>
              <a:rPr sz="1125" b="0">
                <a:solidFill>
                  <a:srgbClr val="171717"/>
                </a:solidFill>
                <a:latin typeface="Noto Sans KR"/>
                <a:ea typeface="Noto Sans KR"/>
                <a:cs typeface="Noto Sans KR"/>
              </a:rPr>
              <a:t>#종료비용</a:t>
            </a:r>
          </a:p>
          <a:p xmlns:a="http://schemas.openxmlformats.org/drawingml/2006/main">
            <a:r>
              <a:rPr sz="1125" b="0">
                <a:solidFill>
                  <a:srgbClr val="171717"/>
                </a:solidFill>
                <a:latin typeface="Noto Sans KR"/>
                <a:ea typeface="Noto Sans KR"/>
                <a:cs typeface="Noto Sans KR"/>
              </a:rPr>
              <a:t>#날짜비교</a:t>
            </a:r>
          </a:p>
          <a:p xmlns:a="http://schemas.openxmlformats.org/drawingml/2006/main">
            <a:r>
              <a:rPr sz="1125" b="0">
                <a:solidFill>
                  <a:srgbClr val="171717"/>
                </a:solidFill>
                <a:latin typeface="Noto Sans KR"/>
                <a:ea typeface="Noto Sans KR"/>
                <a:cs typeface="Noto Sans KR"/>
              </a:rPr>
              <a:t>#새모델재구독</a:t>
            </a:r>
          </a:p>
          <a:p xmlns:a="http://schemas.openxmlformats.org/drawingml/2006/main">
            <a:r>
              <a:rPr sz="1125" b="0">
                <a:solidFill>
                  <a:srgbClr val="171717"/>
                </a:solidFill>
                <a:latin typeface="Noto Sans KR"/>
                <a:ea typeface="Noto Sans KR"/>
                <a:cs typeface="Noto Sans KR"/>
              </a:rPr>
              <a:t>#상담준비</a:t>
            </a:r>
          </a:p>
          <a:p xmlns:a="http://schemas.openxmlformats.org/drawingml/2006/main">
            <a:r>
              <a:rPr sz="1125" b="0">
                <a:solidFill>
                  <a:srgbClr val="171717"/>
                </a:solidFill>
                <a:latin typeface="Noto Sans KR"/>
                <a:ea typeface="Noto Sans KR"/>
                <a:cs typeface="Noto Sans KR"/>
              </a:rPr>
              <a:t/>
            </a:r>
          </a:p>
          <a:p xmlns:a="http://schemas.openxmlformats.org/drawingml/2006/main">
            <a:r>
              <a:rPr sz="1125" b="0">
                <a:solidFill>
                  <a:srgbClr val="171717"/>
                </a:solidFill>
                <a:latin typeface="Noto Sans KR"/>
                <a:ea typeface="Noto Sans KR"/>
                <a:cs typeface="Noto Sans KR"/>
              </a:rPr>
              <a:t>대표 인물은 가상 설정</a:t>
            </a:r>
          </a:p>
        </p:txBody>
      </p:sp>
      <p:sp>
        <p:nvSpPr>
          <p:cNvPr id="34" name="CX 문제 문장 제목">
            <a:extLst xmlns:a="http://schemas.openxmlformats.org/drawingml/2006/main">
              <a:ext uri="{FF2B5EF4-FFF2-40B4-BE49-F238E27FC236}">
                <a16:creationId xmlns:a16="http://schemas.microsoft.com/office/drawing/2014/main" id="{0CF36A27-DE3E-4B1F-93D4-37E9528AB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3009900"/>
            <a:ext cx="485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350" b="1">
                <a:solidFill>
                  <a:srgbClr val="8D1E4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8D1E43"/>
                </a:solidFill>
                <a:latin typeface="Noto Sans KR"/>
                <a:ea typeface="Noto Sans KR"/>
                <a:cs typeface="Noto Sans KR"/>
              </a:rPr>
              <a:t>CX 문제 가설</a:t>
            </a:r>
          </a:p>
        </p:txBody>
      </p:sp>
      <p:sp>
        <p:nvSpPr>
          <p:cNvPr id="35" name="CX 문제 문장">
            <a:extLst xmlns:a="http://schemas.openxmlformats.org/drawingml/2006/main">
              <a:ext uri="{FF2B5EF4-FFF2-40B4-BE49-F238E27FC236}">
                <a16:creationId xmlns:a16="http://schemas.microsoft.com/office/drawing/2014/main" id="{F89B6F18-8062-422F-91CE-EB73D50BA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3286125"/>
            <a:ext cx="4857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275" b="1">
                <a:solidFill>
                  <a:srgbClr val="171717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171717"/>
                </a:solidFill>
                <a:latin typeface="Noto Sans KR"/>
                <a:ea typeface="Noto Sans KR"/>
                <a:cs typeface="Noto Sans KR"/>
              </a:rPr>
              <a:t>정수기 구독 고객은 유지·교체·해지를 고민할 때, 내 계약의 기간·정산과 새 구독 조건을 함께 이해하기 어려워 다음 행동을 판단하는 데 불편을 겪는다.</a:t>
            </a:r>
          </a:p>
        </p:txBody>
      </p:sp>
      <p:sp>
        <p:nvSpPr>
          <p:cNvPr id="36" name="데이터 근거 제목">
            <a:extLst xmlns:a="http://schemas.openxmlformats.org/drawingml/2006/main">
              <a:ext uri="{FF2B5EF4-FFF2-40B4-BE49-F238E27FC236}">
                <a16:creationId xmlns:a16="http://schemas.microsoft.com/office/drawing/2014/main" id="{D4C2EF59-0E53-4912-B1B7-E6D50E4BA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4495800"/>
            <a:ext cx="485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275" b="1">
                <a:solidFill>
                  <a:srgbClr val="8D1E43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8D1E43"/>
                </a:solidFill>
                <a:latin typeface="Noto Sans KR"/>
                <a:ea typeface="Noto Sans KR"/>
                <a:cs typeface="Noto Sans KR"/>
              </a:rPr>
              <a:t>원본 데이터에서 확인한 범위</a:t>
            </a:r>
          </a:p>
        </p:txBody>
      </p:sp>
      <p:sp>
        <p:nvSpPr>
          <p:cNvPr id="37" name="데이터 근거와 한계">
            <a:extLst xmlns:a="http://schemas.openxmlformats.org/drawingml/2006/main">
              <a:ext uri="{FF2B5EF4-FFF2-40B4-BE49-F238E27FC236}">
                <a16:creationId xmlns:a16="http://schemas.microsoft.com/office/drawing/2014/main" id="{F4261200-8CA8-4F86-81CF-0E04C4790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4810125"/>
            <a:ext cx="4857750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990" b="0">
                <a:solidFill>
                  <a:srgbClr val="171717"/>
                </a:solidFill>
                <a:latin typeface="Noto Sans KR"/>
                <a:ea typeface="Noto Sans KR"/>
                <a:cs typeface="Noto Sans KR"/>
              </a:defRPr>
            </a:pPr>
            <a:r>
              <a:rPr sz="990" b="0">
                <a:solidFill>
                  <a:srgbClr val="171717"/>
                </a:solidFill>
                <a:latin typeface="Noto Sans KR"/>
                <a:ea typeface="Noto Sans KR"/>
                <a:cs typeface="Noto Sans KR"/>
              </a:rPr>
              <a:t>정수기대여 상담 6,902건(2025.07~2026.07)</a:t>
            </a:r>
          </a:p>
          <a:p xmlns:a="http://schemas.openxmlformats.org/drawingml/2006/main">
            <a:r>
              <a:rPr sz="990" b="0">
                <a:solidFill>
                  <a:srgbClr val="171717"/>
                </a:solidFill>
                <a:latin typeface="Noto Sans KR"/>
                <a:ea typeface="Noto Sans KR"/>
                <a:cs typeface="Noto Sans KR"/>
              </a:rPr>
              <a:t>KCA 피해구제 1,462건 중 계약 823건</a:t>
            </a:r>
          </a:p>
          <a:p xmlns:a="http://schemas.openxmlformats.org/drawingml/2006/main">
            <a:r>
              <a:rPr sz="990" b="0">
                <a:solidFill>
                  <a:srgbClr val="171717"/>
                </a:solidFill>
                <a:latin typeface="Noto Sans KR"/>
                <a:ea typeface="Noto Sans KR"/>
                <a:cs typeface="Noto Sans KR"/>
              </a:rPr>
              <a:t>계약 중 해지·위약금 503건</a:t>
            </a:r>
          </a:p>
          <a:p xmlns:a="http://schemas.openxmlformats.org/drawingml/2006/main">
            <a:r>
              <a:rPr sz="990" b="0">
                <a:solidFill>
                  <a:srgbClr val="171717"/>
                </a:solidFill>
                <a:latin typeface="Noto Sans KR"/>
                <a:ea typeface="Noto Sans KR"/>
                <a:cs typeface="Noto Sans KR"/>
              </a:rPr>
              <a:t>KCA: 교체 시 기존·신규 계약 확인 권고</a:t>
            </a:r>
          </a:p>
          <a:p xmlns:a="http://schemas.openxmlformats.org/drawingml/2006/main">
            <a:r>
              <a:rPr sz="990" b="0">
                <a:solidFill>
                  <a:srgbClr val="171717"/>
                </a:solidFill>
                <a:latin typeface="Noto Sans KR"/>
                <a:ea typeface="Noto Sans KR"/>
                <a:cs typeface="Noto Sans KR"/>
              </a:rPr>
              <a:t/>
            </a:r>
          </a:p>
          <a:p xmlns:a="http://schemas.openxmlformats.org/drawingml/2006/main">
            <a:r>
              <a:rPr sz="990" b="0">
                <a:solidFill>
                  <a:srgbClr val="171717"/>
                </a:solidFill>
                <a:latin typeface="Noto Sans KR"/>
                <a:ea typeface="Noto Sans KR"/>
                <a:cs typeface="Noto Sans KR"/>
              </a:rPr>
              <a:t>LG 전체 고객 통계 아님. 효과는 검증 대상.</a:t>
            </a:r>
          </a:p>
        </p:txBody>
      </p:sp>
    </p:spTree>
    <p:extLst>
      <p:ext uri="{BB962C8B-B14F-4D97-AF65-F5344CB8AC3E}">
        <p14:creationId xmlns:p14="http://schemas.microsoft.com/office/powerpoint/2010/main" val="37201828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object 3">
            <a:extLst xmlns:a="http://schemas.openxmlformats.org/drawingml/2006/main">
              <a:ext uri="{FF2B5EF4-FFF2-40B4-BE49-F238E27FC236}">
                <a16:creationId xmlns:a16="http://schemas.microsoft.com/office/drawing/2014/main" id="{BF7A3B1E-BB46-474A-A58F-A0E2E0CCE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29001"/>
            <a:ext cx="12192000" cy="3429000"/>
          </a:xfrm>
          <a:custGeom xmlns:a="http://schemas.openxmlformats.org/drawingml/2006/main">
            <a:rect l="l" t="t" r="r" b="b"/>
            <a:pathLst>
              <a:path w="12192000" h="3429000">
                <a:moveTo>
                  <a:pt x="12192000" y="0"/>
                </a:moveTo>
                <a:lnTo>
                  <a:pt x="11944147" y="0"/>
                </a:lnTo>
                <a:lnTo>
                  <a:pt x="11944147" y="3238030"/>
                </a:lnTo>
                <a:lnTo>
                  <a:pt x="247840" y="3238030"/>
                </a:lnTo>
                <a:lnTo>
                  <a:pt x="247840" y="0"/>
                </a:lnTo>
                <a:lnTo>
                  <a:pt x="0" y="0"/>
                </a:lnTo>
                <a:lnTo>
                  <a:pt x="0" y="3238030"/>
                </a:lnTo>
                <a:lnTo>
                  <a:pt x="0" y="3429000"/>
                </a:lnTo>
                <a:lnTo>
                  <a:pt x="247840" y="3429000"/>
                </a:lnTo>
                <a:lnTo>
                  <a:pt x="11944147" y="3429000"/>
                </a:lnTo>
                <a:lnTo>
                  <a:pt x="12192000" y="3429000"/>
                </a:lnTo>
                <a:lnTo>
                  <a:pt x="12192000" y="3238030"/>
                </a:lnTo>
                <a:lnTo>
                  <a:pt x="12192000" y="0"/>
                </a:lnTo>
                <a:close/>
              </a:path>
            </a:pathLst>
          </a:custGeom>
          <a:solidFill xmlns:a="http://schemas.openxmlformats.org/drawingml/2006/main">
            <a:srgbClr val="58B6C0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object 6">
            <a:extLst xmlns:a="http://schemas.openxmlformats.org/drawingml/2006/main">
              <a:ext uri="{FF2B5EF4-FFF2-40B4-BE49-F238E27FC236}">
                <a16:creationId xmlns:a16="http://schemas.microsoft.com/office/drawing/2014/main" id="{3DA67C0B-B4A6-43AF-9D81-BE52A20BD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441700"/>
          </a:xfrm>
          <a:custGeom xmlns:a="http://schemas.openxmlformats.org/drawingml/2006/main">
            <a:rect l="l" t="t" r="r" b="b"/>
            <a:pathLst>
              <a:path w="12192000" h="3441700">
                <a:moveTo>
                  <a:pt x="12192000" y="0"/>
                </a:moveTo>
                <a:lnTo>
                  <a:pt x="0" y="0"/>
                </a:lnTo>
                <a:lnTo>
                  <a:pt x="0" y="12204"/>
                </a:lnTo>
                <a:lnTo>
                  <a:pt x="0" y="203174"/>
                </a:lnTo>
                <a:lnTo>
                  <a:pt x="0" y="3441204"/>
                </a:lnTo>
                <a:lnTo>
                  <a:pt x="247840" y="3441204"/>
                </a:lnTo>
                <a:lnTo>
                  <a:pt x="247840" y="203174"/>
                </a:lnTo>
                <a:lnTo>
                  <a:pt x="11944147" y="203174"/>
                </a:lnTo>
                <a:lnTo>
                  <a:pt x="11944147" y="3441204"/>
                </a:lnTo>
                <a:lnTo>
                  <a:pt x="12192000" y="3441204"/>
                </a:lnTo>
                <a:lnTo>
                  <a:pt x="12192000" y="203174"/>
                </a:lnTo>
                <a:lnTo>
                  <a:pt x="12192000" y="12204"/>
                </a:lnTo>
                <a:lnTo>
                  <a:pt x="12192000" y="0"/>
                </a:lnTo>
                <a:close/>
              </a:path>
            </a:pathLst>
          </a:custGeom>
          <a:solidFill xmlns:a="http://schemas.openxmlformats.org/drawingml/2006/main">
            <a:srgbClr val="D9D9D9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object 7">
            <a:extLst xmlns:a="http://schemas.openxmlformats.org/drawingml/2006/main">
              <a:ext uri="{FF2B5EF4-FFF2-40B4-BE49-F238E27FC236}">
                <a16:creationId xmlns:a16="http://schemas.microsoft.com/office/drawing/2014/main" id="{0004F37C-62F1-4987-A813-C1BA5D1B9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1287" y="1339416"/>
            <a:ext cx="1072515" cy="955675"/>
          </a:xfrm>
          <a:custGeom xmlns:a="http://schemas.openxmlformats.org/drawingml/2006/main">
            <a:rect l="l" t="t" r="r" b="b"/>
            <a:pathLst>
              <a:path w="1072514" h="955675">
                <a:moveTo>
                  <a:pt x="0" y="0"/>
                </a:moveTo>
                <a:lnTo>
                  <a:pt x="1072512" y="0"/>
                </a:lnTo>
                <a:lnTo>
                  <a:pt x="1072512" y="955202"/>
                </a:lnTo>
                <a:lnTo>
                  <a:pt x="0" y="955202"/>
                </a:lnTo>
                <a:lnTo>
                  <a:pt x="0" y="0"/>
                </a:lnTo>
                <a:close/>
              </a:path>
            </a:pathLst>
          </a:custGeom>
          <a:ln xmlns:a="http://schemas.openxmlformats.org/drawingml/2006/main" w="12700">
            <a:solidFill>
              <a:srgbClr val="000000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object 8">
            <a:extLst xmlns:a="http://schemas.openxmlformats.org/drawingml/2006/main">
              <a:ext uri="{FF2B5EF4-FFF2-40B4-BE49-F238E27FC236}">
                <a16:creationId xmlns:a16="http://schemas.microsoft.com/office/drawing/2014/main" id="{D2E050CD-6E0E-4205-B595-B9D8B3195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5154" y="2437011"/>
            <a:ext cx="2091689" cy="544195"/>
          </a:xfrm>
          <a:custGeom xmlns:a="http://schemas.openxmlformats.org/drawingml/2006/main">
            <a:rect l="l" t="t" r="r" b="b"/>
            <a:pathLst>
              <a:path w="2091689" h="544194">
                <a:moveTo>
                  <a:pt x="1941234" y="0"/>
                </a:moveTo>
                <a:lnTo>
                  <a:pt x="1941234" y="10993"/>
                </a:lnTo>
                <a:lnTo>
                  <a:pt x="0" y="10993"/>
                </a:lnTo>
                <a:lnTo>
                  <a:pt x="0" y="532952"/>
                </a:lnTo>
                <a:lnTo>
                  <a:pt x="1941234" y="532952"/>
                </a:lnTo>
                <a:lnTo>
                  <a:pt x="1941234" y="543946"/>
                </a:lnTo>
                <a:lnTo>
                  <a:pt x="2091100" y="271974"/>
                </a:lnTo>
                <a:lnTo>
                  <a:pt x="1941234" y="0"/>
                </a:lnTo>
                <a:close/>
              </a:path>
            </a:pathLst>
          </a:custGeom>
          <a:solidFill xmlns:a="http://schemas.openxmlformats.org/drawingml/2006/main">
            <a:srgbClr val="C7C7C7"/>
          </a:solidFill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0">
                <a:solidFill>
                  <a:srgbClr val="171717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0">
                <a:solidFill>
                  <a:srgbClr val="171717"/>
                </a:solidFill>
                <a:latin typeface="Noto Sans KR"/>
                <a:ea typeface="Noto Sans KR"/>
                <a:cs typeface="Noto Sans KR"/>
              </a:rPr>
              <a:t>인구통계학적</a:t>
            </a:r>
            <a:endParaRPr sz="1400">
              <a:latin typeface="Pretendard Medium"/>
              <a:ea typeface="Pretendard Medium"/>
              <a:cs typeface="Pretendard Medium"/>
            </a:endParaRPr>
          </a:p>
          <a:p xmlns:a="http://schemas.openxmlformats.org/drawingml/2006/main">
            <a:pPr algn="l">
              <a:lnSpc>
                <a:spcPct val="104000"/>
              </a:lnSpc>
              <a:buNone/>
              <a:defRPr sz="1725" b="0">
                <a:solidFill>
                  <a:srgbClr val="171717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0">
                <a:solidFill>
                  <a:srgbClr val="171717"/>
                </a:solidFill>
                <a:latin typeface="Noto Sans KR"/>
                <a:ea typeface="Noto Sans KR"/>
                <a:cs typeface="Noto Sans KR"/>
              </a:rPr>
              <a:t>(Static Persona)</a:t>
            </a:r>
            <a:endParaRPr sz="1400"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9" name="object 9">
            <a:extLst xmlns:a="http://schemas.openxmlformats.org/drawingml/2006/main">
              <a:ext uri="{FF2B5EF4-FFF2-40B4-BE49-F238E27FC236}">
                <a16:creationId xmlns:a16="http://schemas.microsoft.com/office/drawing/2014/main" id="{790B5DA0-5FF3-42D6-95E0-059C366BD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1779" y="2425846"/>
            <a:ext cx="2091689" cy="544195"/>
          </a:xfrm>
          <a:custGeom xmlns:a="http://schemas.openxmlformats.org/drawingml/2006/main">
            <a:rect l="l" t="t" r="r" b="b"/>
            <a:pathLst>
              <a:path w="2091689" h="544194">
                <a:moveTo>
                  <a:pt x="1941234" y="0"/>
                </a:moveTo>
                <a:lnTo>
                  <a:pt x="1941234" y="10993"/>
                </a:lnTo>
                <a:lnTo>
                  <a:pt x="0" y="10993"/>
                </a:lnTo>
                <a:lnTo>
                  <a:pt x="0" y="532952"/>
                </a:lnTo>
                <a:lnTo>
                  <a:pt x="1941234" y="532952"/>
                </a:lnTo>
                <a:lnTo>
                  <a:pt x="1941234" y="543946"/>
                </a:lnTo>
                <a:lnTo>
                  <a:pt x="2091100" y="271974"/>
                </a:lnTo>
                <a:lnTo>
                  <a:pt x="1941234" y="0"/>
                </a:lnTo>
                <a:close/>
              </a:path>
            </a:pathLst>
          </a:custGeom>
          <a:solidFill xmlns:a="http://schemas.openxmlformats.org/drawingml/2006/main">
            <a:srgbClr val="ABABAB"/>
          </a:solidFill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>
                <a:latin typeface="Pretendard Medium"/>
                <a:ea typeface="Pretendard Medium"/>
                <a:cs typeface="Pretendard Medium"/>
              </a:rPr>
              <a:t>상황 맥락적</a:t>
            </a:r>
            <a:endParaRPr sz="1400">
              <a:latin typeface="Pretendard Medium"/>
              <a:ea typeface="Pretendard Medium"/>
              <a:cs typeface="Pretendard Medium"/>
            </a:endParaRPr>
          </a:p>
          <a:p xmlns:a="http://schemas.openxmlformats.org/drawingml/2006/main">
            <a:pPr algn="ctr">
              <a:buNone/>
            </a:pPr>
            <a:r>
              <a:rPr sz="1400">
                <a:latin typeface="Pretendard Medium"/>
                <a:ea typeface="Pretendard Medium"/>
                <a:cs typeface="Pretendard Medium"/>
              </a:rPr>
              <a:t>(Dynamic Persona)</a:t>
            </a:r>
          </a:p>
        </p:txBody>
      </p:sp>
      <p:sp>
        <p:nvSpPr>
          <p:cNvPr id="10" name="object 10">
            <a:extLst xmlns:a="http://schemas.openxmlformats.org/drawingml/2006/main">
              <a:ext uri="{FF2B5EF4-FFF2-40B4-BE49-F238E27FC236}">
                <a16:creationId xmlns:a16="http://schemas.microsoft.com/office/drawing/2014/main" id="{BA559BF6-5AFD-44FF-B05A-2626EB2FF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8404" y="2434167"/>
            <a:ext cx="2277745" cy="544195"/>
          </a:xfrm>
          <a:custGeom xmlns:a="http://schemas.openxmlformats.org/drawingml/2006/main">
            <a:rect l="l" t="t" r="r" b="b"/>
            <a:pathLst>
              <a:path w="2277745" h="544194">
                <a:moveTo>
                  <a:pt x="2127785" y="0"/>
                </a:moveTo>
                <a:lnTo>
                  <a:pt x="2127785" y="10991"/>
                </a:lnTo>
                <a:lnTo>
                  <a:pt x="0" y="10991"/>
                </a:lnTo>
                <a:lnTo>
                  <a:pt x="0" y="532952"/>
                </a:lnTo>
                <a:lnTo>
                  <a:pt x="2127785" y="532952"/>
                </a:lnTo>
                <a:lnTo>
                  <a:pt x="2127785" y="543946"/>
                </a:lnTo>
                <a:lnTo>
                  <a:pt x="2277654" y="271974"/>
                </a:lnTo>
                <a:lnTo>
                  <a:pt x="2127785" y="0"/>
                </a:lnTo>
                <a:close/>
              </a:path>
            </a:pathLst>
          </a:custGeom>
          <a:solidFill xmlns:a="http://schemas.openxmlformats.org/drawingml/2006/main">
            <a:srgbClr val="707070"/>
          </a:solidFill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>
                <a:solidFill>
                  <a:schemeClr val="bg1"/>
                </a:solidFill>
                <a:latin typeface="Pretendard Medium"/>
                <a:ea typeface="Pretendard Medium"/>
                <a:cs typeface="Pretendard Medium"/>
              </a:rPr>
              <a:t>심층적</a:t>
            </a:r>
            <a:endParaRPr sz="1400">
              <a:solidFill>
                <a:schemeClr val="bg1"/>
              </a:solidFill>
              <a:latin typeface="Pretendard Medium"/>
              <a:ea typeface="Pretendard Medium"/>
              <a:cs typeface="Pretendard Medium"/>
            </a:endParaRPr>
          </a:p>
          <a:p xmlns:a="http://schemas.openxmlformats.org/drawingml/2006/main">
            <a:pPr algn="ctr">
              <a:buNone/>
            </a:pPr>
            <a:r>
              <a:rPr sz="1400">
                <a:solidFill>
                  <a:schemeClr val="bg1"/>
                </a:solidFill>
                <a:latin typeface="Pretendard Medium"/>
                <a:ea typeface="Pretendard Medium"/>
                <a:cs typeface="Pretendard Medium"/>
              </a:rPr>
              <a:t>(Meta Persona)</a:t>
            </a:r>
            <a:endParaRPr sz="1400">
              <a:solidFill>
                <a:schemeClr val="bg1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13" name="object 13">
            <a:extLst xmlns:a="http://schemas.openxmlformats.org/drawingml/2006/main">
              <a:ext uri="{FF2B5EF4-FFF2-40B4-BE49-F238E27FC236}">
                <a16:creationId xmlns:a16="http://schemas.microsoft.com/office/drawing/2014/main" id="{17A2A169-6E67-4F23-828E-DB5CABD0C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5647" y="1339418"/>
            <a:ext cx="1428115" cy="961390"/>
          </a:xfrm>
          <a:custGeom xmlns:a="http://schemas.openxmlformats.org/drawingml/2006/main">
            <a:rect l="l" t="t" r="r" b="b"/>
            <a:pathLst>
              <a:path w="1428114" h="961389">
                <a:moveTo>
                  <a:pt x="0" y="0"/>
                </a:moveTo>
                <a:lnTo>
                  <a:pt x="1427938" y="0"/>
                </a:lnTo>
                <a:lnTo>
                  <a:pt x="1427938" y="961063"/>
                </a:lnTo>
                <a:lnTo>
                  <a:pt x="0" y="961063"/>
                </a:lnTo>
                <a:lnTo>
                  <a:pt x="0" y="0"/>
                </a:lnTo>
                <a:close/>
              </a:path>
            </a:pathLst>
          </a:custGeom>
          <a:ln xmlns:a="http://schemas.openxmlformats.org/drawingml/2006/main" w="12700">
            <a:solidFill>
              <a:srgbClr val="000000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object 14">
            <a:extLst xmlns:a="http://schemas.openxmlformats.org/drawingml/2006/main">
              <a:ext uri="{FF2B5EF4-FFF2-40B4-BE49-F238E27FC236}">
                <a16:creationId xmlns:a16="http://schemas.microsoft.com/office/drawing/2014/main" id="{0DA41871-F694-407F-AD92-24B50ED7A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9473" y="1134871"/>
            <a:ext cx="1195705" cy="1513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53035" indent="-140335">
              <a:lnSpc>
                <a:spcPct val="100000"/>
              </a:lnSpc>
              <a:spcBef>
                <a:spcPts val="100"/>
              </a:spcBef>
              <a:buChar char="•"/>
              <a:tabLst>
                <a:tab pos="153035" algn="l"/>
              </a:tabLst>
            </a:pPr>
            <a:r>
              <a:rPr sz="900">
                <a:latin typeface="Pretendard ExtraBold"/>
                <a:ea typeface="Pretendard ExtraBold"/>
                <a:cs typeface="Pretendard ExtraBold"/>
              </a:rPr>
              <a:t>페르소나 </a:t>
            </a:r>
            <a:r>
              <a:rPr sz="900">
                <a:latin typeface="Pretendard ExtraBold"/>
                <a:ea typeface="Pretendard ExtraBold"/>
                <a:cs typeface="Pretendard ExtraBold"/>
              </a:rPr>
              <a:t>Hash Tag</a:t>
            </a:r>
            <a:endParaRPr sz="900">
              <a:latin typeface="Pretendard ExtraBold"/>
              <a:ea typeface="Pretendard ExtraBold"/>
              <a:cs typeface="Pretendard ExtraBold"/>
            </a:endParaRPr>
          </a:p>
        </p:txBody>
      </p:sp>
      <p:sp>
        <p:nvSpPr>
          <p:cNvPr id="19" name="object 19">
            <a:extLst xmlns:a="http://schemas.openxmlformats.org/drawingml/2006/main">
              <a:ext uri="{FF2B5EF4-FFF2-40B4-BE49-F238E27FC236}">
                <a16:creationId xmlns:a16="http://schemas.microsoft.com/office/drawing/2014/main" id="{361115B0-C94E-4996-A388-4C92A9870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4969" y="2444768"/>
            <a:ext cx="1706880" cy="5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</p:spPr>
        <p:txBody>
          <a:bodyPr xmlns:a="http://schemas.openxmlformats.org/drawingml/2006/main" vert="horz" wrap="square" lIns="0" tIns="82550" rIns="0" bIns="0" anchor="ctr">
            <a:spAutoFit/>
          </a:bodyPr>
          <a:lstStyle xmlns:a="http://schemas.openxmlformats.org/drawingml/2006/main"/>
          <a:p xmlns:a="http://schemas.openxmlformats.org/drawingml/2006/main">
            <a:pPr marL="310515" marR="302895" algn="ctr">
              <a:lnSpc>
                <a:spcPts val="1390"/>
              </a:lnSpc>
              <a:spcBef>
                <a:spcPts val="60"/>
              </a:spcBef>
              <a:buNone/>
            </a:pPr>
            <a:r>
              <a:rPr sz="1600">
                <a:solidFill>
                  <a:srgbClr val="FFFFFF"/>
                </a:solidFill>
                <a:latin typeface="Pretendard ExtraBold"/>
                <a:ea typeface="Pretendard ExtraBold"/>
                <a:cs typeface="Pretendard ExtraBold"/>
              </a:rPr>
              <a:t>추가 분석</a:t>
            </a:r>
            <a:endParaRPr sz="1200">
              <a:solidFill>
                <a:srgbClr val="FFFFFF"/>
              </a:solidFill>
              <a:latin typeface="Pretendard ExtraBold"/>
              <a:ea typeface="Pretendard ExtraBold"/>
              <a:cs typeface="Pretendard ExtraBold"/>
            </a:endParaRPr>
          </a:p>
        </p:txBody>
      </p:sp>
      <p:sp>
        <p:nvSpPr>
          <p:cNvPr id="20" name="object 20">
            <a:extLst xmlns:a="http://schemas.openxmlformats.org/drawingml/2006/main">
              <a:ext uri="{FF2B5EF4-FFF2-40B4-BE49-F238E27FC236}">
                <a16:creationId xmlns:a16="http://schemas.microsoft.com/office/drawing/2014/main" id="{D3282014-A08F-4766-AF7E-50BE164A8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5809" y="1134871"/>
            <a:ext cx="387985" cy="1513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53035" indent="-140335">
              <a:lnSpc>
                <a:spcPct val="100000"/>
              </a:lnSpc>
              <a:spcBef>
                <a:spcPts val="100"/>
              </a:spcBef>
              <a:buChar char="•"/>
              <a:tabLst>
                <a:tab pos="153035" algn="l"/>
              </a:tabLst>
            </a:pPr>
            <a:r>
              <a:rPr sz="900">
                <a:latin typeface="Pretendard ExtraBold"/>
                <a:ea typeface="Pretendard ExtraBold"/>
                <a:cs typeface="Pretendard ExtraBold"/>
              </a:rPr>
              <a:t>이름</a:t>
            </a:r>
            <a:endParaRPr sz="900">
              <a:latin typeface="Pretendard ExtraBold"/>
              <a:ea typeface="Pretendard ExtraBold"/>
              <a:cs typeface="Pretendard ExtraBold"/>
            </a:endParaRPr>
          </a:p>
        </p:txBody>
      </p:sp>
      <p:sp>
        <p:nvSpPr>
          <p:cNvPr id="27" name="object 27">
            <a:extLst xmlns:a="http://schemas.openxmlformats.org/drawingml/2006/main">
              <a:ext uri="{FF2B5EF4-FFF2-40B4-BE49-F238E27FC236}">
                <a16:creationId xmlns:a16="http://schemas.microsoft.com/office/drawing/2014/main" id="{9B14FCA3-9CBB-4C8E-BE4C-C8462009C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76508" y="1344167"/>
            <a:ext cx="2277745" cy="961390"/>
          </a:xfrm>
          <a:custGeom xmlns:a="http://schemas.openxmlformats.org/drawingml/2006/main">
            <a:rect l="l" t="t" r="r" b="b"/>
            <a:pathLst>
              <a:path w="2277745" h="961389">
                <a:moveTo>
                  <a:pt x="0" y="0"/>
                </a:moveTo>
                <a:lnTo>
                  <a:pt x="2277654" y="0"/>
                </a:lnTo>
                <a:lnTo>
                  <a:pt x="2277654" y="961063"/>
                </a:lnTo>
                <a:lnTo>
                  <a:pt x="0" y="961063"/>
                </a:lnTo>
                <a:lnTo>
                  <a:pt x="0" y="0"/>
                </a:lnTo>
                <a:close/>
              </a:path>
            </a:pathLst>
          </a:custGeom>
          <a:ln xmlns:a="http://schemas.openxmlformats.org/drawingml/2006/main" w="12700">
            <a:solidFill>
              <a:srgbClr val="000000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>
              <a:latin typeface="Pretendard ExtraBold"/>
              <a:ea typeface="Pretendard ExtraBold"/>
              <a:cs typeface="Pretendard ExtraBold"/>
            </a:endParaRPr>
          </a:p>
        </p:txBody>
      </p:sp>
      <p:sp>
        <p:nvSpPr>
          <p:cNvPr id="28" name="object 28">
            <a:extLst xmlns:a="http://schemas.openxmlformats.org/drawingml/2006/main">
              <a:ext uri="{FF2B5EF4-FFF2-40B4-BE49-F238E27FC236}">
                <a16:creationId xmlns:a16="http://schemas.microsoft.com/office/drawing/2014/main" id="{7ED907FE-1519-4446-B6BC-8D55F36F1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0333" y="1137919"/>
            <a:ext cx="1918335" cy="1513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4460" indent="-111760">
              <a:lnSpc>
                <a:spcPct val="100000"/>
              </a:lnSpc>
              <a:spcBef>
                <a:spcPts val="100"/>
              </a:spcBef>
              <a:buChar char="•"/>
              <a:tabLst>
                <a:tab pos="124460" algn="l"/>
              </a:tabLst>
            </a:pPr>
            <a:r>
              <a:rPr sz="900">
                <a:latin typeface="Pretendard ExtraBold"/>
                <a:ea typeface="Pretendard ExtraBold"/>
                <a:cs typeface="Pretendard ExtraBold"/>
              </a:rPr>
              <a:t>이 페르소나가 해결하고자 하는 문제</a:t>
            </a:r>
            <a:endParaRPr sz="900">
              <a:latin typeface="Pretendard ExtraBold"/>
              <a:ea typeface="Pretendard ExtraBold"/>
              <a:cs typeface="Pretendard ExtraBold"/>
            </a:endParaRPr>
          </a:p>
        </p:txBody>
      </p:sp>
      <p:sp>
        <p:nvSpPr>
          <p:cNvPr id="29" name="object 29">
            <a:extLst xmlns:a="http://schemas.openxmlformats.org/drawingml/2006/main">
              <a:ext uri="{FF2B5EF4-FFF2-40B4-BE49-F238E27FC236}">
                <a16:creationId xmlns:a16="http://schemas.microsoft.com/office/drawing/2014/main" id="{611B8598-C9E9-41E8-97F5-5264611DE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6817" y="2370935"/>
            <a:ext cx="9041130" cy="0"/>
          </a:xfrm>
          <a:custGeom xmlns:a="http://schemas.openxmlformats.org/drawingml/2006/main">
            <a:rect l="l" t="t" r="r" b="b"/>
            <a:pathLst>
              <a:path w="9041130" h="0">
                <a:moveTo>
                  <a:pt x="0" y="0"/>
                </a:moveTo>
                <a:lnTo>
                  <a:pt x="9040992" y="1"/>
                </a:lnTo>
              </a:path>
            </a:pathLst>
          </a:custGeom>
          <a:ln xmlns:a="http://schemas.openxmlformats.org/drawingml/2006/main" w="6350">
            <a:solidFill>
              <a:srgbClr val="000000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>
              <a:latin typeface="Pretendard ExtraBold"/>
              <a:ea typeface="Pretendard ExtraBold"/>
              <a:cs typeface="Pretendard ExtraBold"/>
            </a:endParaRPr>
          </a:p>
        </p:txBody>
      </p:sp>
      <p:sp>
        <p:nvSpPr>
          <p:cNvPr id="30" name="object 30">
            <a:extLst xmlns:a="http://schemas.openxmlformats.org/drawingml/2006/main">
              <a:ext uri="{FF2B5EF4-FFF2-40B4-BE49-F238E27FC236}">
                <a16:creationId xmlns:a16="http://schemas.microsoft.com/office/drawing/2014/main" id="{A31332E5-80F1-488A-8E6A-8B3D2800D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6883" y="3048000"/>
            <a:ext cx="2225040" cy="3400425"/>
          </a:xfrm>
          <a:prstGeom xmlns:a="http://schemas.openxmlformats.org/drawingml/2006/main" prst="rect">
            <a:avLst/>
          </a:prstGeom>
          <a:ln xmlns:a="http://schemas.openxmlformats.org/drawingml/2006/main" w="12700">
            <a:solidFill>
              <a:srgbClr val="000000"/>
            </a:solidFill>
          </a:ln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116205" algn="l">
              <a:lnSpc>
                <a:spcPct val="104000"/>
              </a:lnSpc>
              <a:spcBef>
                <a:spcPts val="860"/>
              </a:spcBef>
              <a:buNone/>
              <a:defRPr sz="990" b="0">
                <a:solidFill>
                  <a:srgbClr val="171717"/>
                </a:solidFill>
                <a:latin typeface="Noto Sans KR"/>
                <a:ea typeface="Noto Sans KR"/>
                <a:cs typeface="Noto Sans KR"/>
              </a:defRPr>
            </a:pPr>
            <a:r>
              <a:rPr sz="990" b="0">
                <a:solidFill>
                  <a:srgbClr val="171717"/>
                </a:solidFill>
                <a:latin typeface="Noto Sans KR"/>
                <a:ea typeface="Noto Sans KR"/>
                <a:cs typeface="Noto Sans KR"/>
              </a:rPr>
              <a:t>• 이서연(가명), 35세 여성</a:t>
            </a:r>
            <a:endParaRPr sz="1000">
              <a:latin typeface="Pretendard ExtraBold"/>
              <a:ea typeface="Pretendard ExtraBold"/>
              <a:cs typeface="Pretendard ExtraBold"/>
            </a:endParaRPr>
          </a:p>
          <a:p xmlns:a="http://schemas.openxmlformats.org/drawingml/2006/main">
            <a:pPr marL="116205" algn="l">
              <a:lnSpc>
                <a:spcPct val="104000"/>
              </a:lnSpc>
              <a:spcBef>
                <a:spcPts val="860"/>
              </a:spcBef>
              <a:buNone/>
              <a:defRPr sz="990" b="0">
                <a:solidFill>
                  <a:srgbClr val="171717"/>
                </a:solidFill>
                <a:latin typeface="Noto Sans KR"/>
                <a:ea typeface="Noto Sans KR"/>
                <a:cs typeface="Noto Sans KR"/>
              </a:defRPr>
            </a:pPr>
            <a:r>
              <a:rPr sz="990" b="0">
                <a:solidFill>
                  <a:srgbClr val="171717"/>
                </a:solidFill>
                <a:latin typeface="Noto Sans KR"/>
                <a:ea typeface="Noto Sans KR"/>
                <a:cs typeface="Noto Sans KR"/>
              </a:rPr>
              <a:t>• 경영지원 사무직</a:t>
            </a:r>
            <a:endParaRPr sz="1000">
              <a:latin typeface="Pretendard ExtraBold"/>
              <a:ea typeface="Pretendard ExtraBold"/>
              <a:cs typeface="Pretendard ExtraBold"/>
            </a:endParaRPr>
          </a:p>
          <a:p xmlns:a="http://schemas.openxmlformats.org/drawingml/2006/main">
            <a:pPr marL="116205" algn="l">
              <a:lnSpc>
                <a:spcPct val="104000"/>
              </a:lnSpc>
              <a:spcBef>
                <a:spcPts val="860"/>
              </a:spcBef>
              <a:buNone/>
              <a:defRPr sz="990" b="0">
                <a:solidFill>
                  <a:srgbClr val="171717"/>
                </a:solidFill>
                <a:latin typeface="Noto Sans KR"/>
                <a:ea typeface="Noto Sans KR"/>
                <a:cs typeface="Noto Sans KR"/>
              </a:defRPr>
            </a:pPr>
            <a:r>
              <a:rPr sz="990" b="0">
                <a:solidFill>
                  <a:srgbClr val="171717"/>
                </a:solidFill>
                <a:latin typeface="Noto Sans KR"/>
                <a:ea typeface="Noto Sans KR"/>
                <a:cs typeface="Noto Sans KR"/>
              </a:rPr>
              <a:t>• 배우자·5세 자녀 1명</a:t>
            </a:r>
            <a:endParaRPr sz="1000">
              <a:latin typeface="Pretendard ExtraBold"/>
              <a:ea typeface="Pretendard ExtraBold"/>
              <a:cs typeface="Pretendard ExtraBold"/>
            </a:endParaRPr>
          </a:p>
          <a:p xmlns:a="http://schemas.openxmlformats.org/drawingml/2006/main">
            <a:pPr marL="116205" algn="l">
              <a:lnSpc>
                <a:spcPct val="104000"/>
              </a:lnSpc>
              <a:spcBef>
                <a:spcPts val="860"/>
              </a:spcBef>
              <a:buNone/>
              <a:defRPr sz="990" b="0">
                <a:solidFill>
                  <a:srgbClr val="171717"/>
                </a:solidFill>
                <a:latin typeface="Noto Sans KR"/>
                <a:ea typeface="Noto Sans KR"/>
                <a:cs typeface="Noto Sans KR"/>
              </a:defRPr>
            </a:pPr>
            <a:r>
              <a:rPr sz="990" b="0">
                <a:solidFill>
                  <a:srgbClr val="171717"/>
                </a:solidFill>
                <a:latin typeface="Noto Sans KR"/>
                <a:ea typeface="Noto Sans KR"/>
                <a:cs typeface="Noto Sans KR"/>
              </a:rPr>
              <a:t>• 아파트, 정수기 구독 이용</a:t>
            </a:r>
            <a:endParaRPr sz="1000">
              <a:latin typeface="Pretendard ExtraBold"/>
              <a:ea typeface="Pretendard ExtraBold"/>
              <a:cs typeface="Pretendard ExtraBold"/>
            </a:endParaRPr>
          </a:p>
          <a:p xmlns:a="http://schemas.openxmlformats.org/drawingml/2006/main">
            <a:pPr marL="116205" algn="l">
              <a:lnSpc>
                <a:spcPct val="104000"/>
              </a:lnSpc>
              <a:spcBef>
                <a:spcPts val="860"/>
              </a:spcBef>
              <a:buNone/>
              <a:defRPr sz="990" b="0">
                <a:solidFill>
                  <a:srgbClr val="171717"/>
                </a:solidFill>
                <a:latin typeface="Noto Sans KR"/>
                <a:ea typeface="Noto Sans KR"/>
                <a:cs typeface="Noto Sans KR"/>
              </a:defRPr>
            </a:pPr>
            <a:r>
              <a:rPr sz="990" b="0">
                <a:solidFill>
                  <a:srgbClr val="171717"/>
                </a:solidFill>
                <a:latin typeface="Noto Sans KR"/>
                <a:ea typeface="Noto Sans KR"/>
                <a:cs typeface="Noto Sans KR"/>
              </a:rPr>
              <a:t>• 가정 내 관리·계약 담당</a:t>
            </a:r>
            <a:endParaRPr sz="1000">
              <a:latin typeface="Pretendard ExtraBold"/>
              <a:ea typeface="Pretendard ExtraBold"/>
              <a:cs typeface="Pretendard ExtraBold"/>
            </a:endParaRPr>
          </a:p>
          <a:p xmlns:a="http://schemas.openxmlformats.org/drawingml/2006/main">
            <a:pPr marL="116205" algn="l">
              <a:lnSpc>
                <a:spcPct val="104000"/>
              </a:lnSpc>
              <a:spcBef>
                <a:spcPts val="860"/>
              </a:spcBef>
              <a:buNone/>
              <a:defRPr sz="990" b="0">
                <a:solidFill>
                  <a:srgbClr val="171717"/>
                </a:solidFill>
                <a:latin typeface="Noto Sans KR"/>
                <a:ea typeface="Noto Sans KR"/>
                <a:cs typeface="Noto Sans KR"/>
              </a:defRPr>
            </a:pPr>
            <a:r>
              <a:rPr sz="990" b="0">
                <a:solidFill>
                  <a:srgbClr val="171717"/>
                </a:solidFill>
                <a:latin typeface="Noto Sans KR"/>
                <a:ea typeface="Noto Sans KR"/>
                <a:cs typeface="Noto Sans KR"/>
              </a:rPr>
              <a:t>• 평일 낮 근무, 저녁 육아</a:t>
            </a:r>
            <a:endParaRPr sz="1000">
              <a:latin typeface="Pretendard ExtraBold"/>
              <a:ea typeface="Pretendard ExtraBold"/>
              <a:cs typeface="Pretendard ExtraBold"/>
            </a:endParaRPr>
          </a:p>
          <a:p xmlns:a="http://schemas.openxmlformats.org/drawingml/2006/main">
            <a:pPr marL="116205" algn="l">
              <a:lnSpc>
                <a:spcPct val="104000"/>
              </a:lnSpc>
              <a:spcBef>
                <a:spcPts val="860"/>
              </a:spcBef>
              <a:buNone/>
              <a:defRPr sz="990" b="0">
                <a:solidFill>
                  <a:srgbClr val="171717"/>
                </a:solidFill>
                <a:latin typeface="Noto Sans KR"/>
                <a:ea typeface="Noto Sans KR"/>
                <a:cs typeface="Noto Sans KR"/>
              </a:defRPr>
            </a:pPr>
            <a:r>
              <a:rPr sz="990" b="0">
                <a:solidFill>
                  <a:srgbClr val="171717"/>
                </a:solidFill>
                <a:latin typeface="Noto Sans KR"/>
                <a:ea typeface="Noto Sans KR"/>
                <a:cs typeface="Noto Sans KR"/>
              </a:rPr>
              <a:t>• 스마트폰 검색·쇼핑 능숙</a:t>
            </a:r>
            <a:endParaRPr sz="1000">
              <a:latin typeface="Pretendard ExtraBold"/>
              <a:ea typeface="Pretendard ExtraBold"/>
              <a:cs typeface="Pretendard ExtraBold"/>
            </a:endParaRPr>
          </a:p>
          <a:p xmlns:a="http://schemas.openxmlformats.org/drawingml/2006/main">
            <a:pPr marL="116205" algn="l">
              <a:lnSpc>
                <a:spcPct val="104000"/>
              </a:lnSpc>
              <a:spcBef>
                <a:spcPts val="860"/>
              </a:spcBef>
              <a:buNone/>
              <a:defRPr sz="990" b="0">
                <a:solidFill>
                  <a:srgbClr val="171717"/>
                </a:solidFill>
                <a:latin typeface="Noto Sans KR"/>
                <a:ea typeface="Noto Sans KR"/>
                <a:cs typeface="Noto Sans KR"/>
              </a:defRPr>
            </a:pPr>
            <a:r>
              <a:rPr sz="990" b="0">
                <a:solidFill>
                  <a:srgbClr val="171717"/>
                </a:solidFill>
                <a:latin typeface="Noto Sans KR"/>
                <a:ea typeface="Noto Sans KR"/>
                <a:cs typeface="Noto Sans KR"/>
              </a:rPr>
              <a:t>• 간편함·비용 근거 중시</a:t>
            </a:r>
            <a:endParaRPr sz="1000">
              <a:latin typeface="Pretendard ExtraBold"/>
              <a:ea typeface="Pretendard ExtraBold"/>
              <a:cs typeface="Pretendard ExtraBold"/>
            </a:endParaRPr>
          </a:p>
          <a:p xmlns:a="http://schemas.openxmlformats.org/drawingml/2006/main">
            <a:pPr marL="116205" algn="l">
              <a:lnSpc>
                <a:spcPct val="104000"/>
              </a:lnSpc>
              <a:spcBef>
                <a:spcPts val="860"/>
              </a:spcBef>
              <a:buNone/>
              <a:defRPr sz="1050" b="0">
                <a:solidFill>
                  <a:srgbClr val="17171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171717"/>
                </a:solidFill>
                <a:latin typeface="Noto Sans KR"/>
                <a:ea typeface="Noto Sans KR"/>
                <a:cs typeface="Noto Sans KR"/>
              </a:rPr>
              <a:t/>
            </a:r>
          </a:p>
          <a:p xmlns:a="http://schemas.openxmlformats.org/drawingml/2006/main">
            <a:pPr marL="116205" algn="l">
              <a:lnSpc>
                <a:spcPct val="104000"/>
              </a:lnSpc>
              <a:spcBef>
                <a:spcPts val="860"/>
              </a:spcBef>
              <a:buNone/>
              <a:defRPr sz="990" b="0">
                <a:solidFill>
                  <a:srgbClr val="171717"/>
                </a:solidFill>
                <a:latin typeface="Noto Sans KR"/>
                <a:ea typeface="Noto Sans KR"/>
                <a:cs typeface="Noto Sans KR"/>
              </a:defRPr>
            </a:pPr>
            <a:r>
              <a:rPr sz="990" b="0">
                <a:solidFill>
                  <a:srgbClr val="171717"/>
                </a:solidFill>
                <a:latin typeface="Noto Sans KR"/>
                <a:ea typeface="Noto Sans KR"/>
                <a:cs typeface="Noto Sans KR"/>
              </a:rPr>
              <a:t>인물·생활은 가상 설정.</a:t>
            </a:r>
            <a:endParaRPr sz="1000">
              <a:latin typeface="Pretendard ExtraBold"/>
              <a:ea typeface="Pretendard ExtraBold"/>
              <a:cs typeface="Pretendard ExtraBold"/>
            </a:endParaRPr>
          </a:p>
          <a:p xmlns:a="http://schemas.openxmlformats.org/drawingml/2006/main">
            <a:pPr marL="116205">
              <a:lnSpc>
                <a:spcPct val="150000"/>
              </a:lnSpc>
              <a:spcBef>
                <a:spcPts val="860"/>
              </a:spcBef>
              <a:buNone/>
              <a:defRPr sz="990"/>
            </a:pPr>
            <a:r>
              <a:rPr sz="990">
                <a:latin typeface="Pretendard ExtraBold"/>
                <a:ea typeface="Pretendard ExtraBold"/>
                <a:cs typeface="Pretendard ExtraBold"/>
              </a:rPr>
              <a:t>연령·직업 대표성은</a:t>
            </a:r>
            <a:endParaRPr sz="1000">
              <a:latin typeface="Pretendard ExtraBold"/>
              <a:ea typeface="Pretendard ExtraBold"/>
              <a:cs typeface="Pretendard ExtraBold"/>
            </a:endParaRPr>
          </a:p>
          <a:p xmlns:a="http://schemas.openxmlformats.org/drawingml/2006/main">
            <a:pPr marL="116205" algn="l">
              <a:lnSpc>
                <a:spcPct val="104000"/>
              </a:lnSpc>
              <a:spcBef>
                <a:spcPts val="860"/>
              </a:spcBef>
              <a:buNone/>
              <a:defRPr sz="990" b="0">
                <a:solidFill>
                  <a:srgbClr val="171717"/>
                </a:solidFill>
                <a:latin typeface="Noto Sans KR"/>
                <a:ea typeface="Noto Sans KR"/>
                <a:cs typeface="Noto Sans KR"/>
              </a:defRPr>
            </a:pPr>
            <a:r>
              <a:rPr sz="990" b="0">
                <a:solidFill>
                  <a:srgbClr val="171717"/>
                </a:solidFill>
                <a:latin typeface="Noto Sans KR"/>
                <a:ea typeface="Noto Sans KR"/>
                <a:cs typeface="Noto Sans KR"/>
              </a:rPr>
              <a:t>공개 자료로 확인되지 않음.</a:t>
            </a:r>
            <a:endParaRPr sz="1000">
              <a:latin typeface="Pretendard ExtraBold"/>
              <a:ea typeface="Pretendard ExtraBold"/>
              <a:cs typeface="Pretendard ExtraBold"/>
            </a:endParaRPr>
          </a:p>
        </p:txBody>
      </p:sp>
      <p:sp>
        <p:nvSpPr>
          <p:cNvPr id="32" name="object 32">
            <a:extLst xmlns:a="http://schemas.openxmlformats.org/drawingml/2006/main">
              <a:ext uri="{FF2B5EF4-FFF2-40B4-BE49-F238E27FC236}">
                <a16:creationId xmlns:a16="http://schemas.microsoft.com/office/drawing/2014/main" id="{866EFAB4-2A96-482D-8D03-6E2B4EB49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7385" y="3048000"/>
            <a:ext cx="2225040" cy="3400425"/>
          </a:xfrm>
          <a:prstGeom xmlns:a="http://schemas.openxmlformats.org/drawingml/2006/main" prst="rect">
            <a:avLst/>
          </a:prstGeom>
          <a:ln xmlns:a="http://schemas.openxmlformats.org/drawingml/2006/main" w="12700">
            <a:solidFill>
              <a:srgbClr val="000000"/>
            </a:solidFill>
          </a:ln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116205" algn="l">
              <a:lnSpc>
                <a:spcPct val="104000"/>
              </a:lnSpc>
              <a:spcBef>
                <a:spcPts val="860"/>
              </a:spcBef>
              <a:buNone/>
              <a:defRPr sz="990" b="0">
                <a:solidFill>
                  <a:srgbClr val="171717"/>
                </a:solidFill>
                <a:latin typeface="Noto Sans KR"/>
                <a:ea typeface="Noto Sans KR"/>
                <a:cs typeface="Noto Sans KR"/>
              </a:defRPr>
            </a:pPr>
            <a:r>
              <a:rPr sz="990" b="0">
                <a:solidFill>
                  <a:srgbClr val="171717"/>
                </a:solidFill>
                <a:latin typeface="Noto Sans KR"/>
                <a:ea typeface="Noto Sans KR"/>
                <a:cs typeface="Noto Sans KR"/>
              </a:rPr>
              <a:t>• 모순: 새 모델은 원하지만</a:t>
            </a:r>
          </a:p>
          <a:p xmlns:a="http://schemas.openxmlformats.org/drawingml/2006/main">
            <a:r>
              <a:rPr sz="990" b="0">
                <a:solidFill>
                  <a:srgbClr val="171717"/>
                </a:solidFill>
                <a:latin typeface="Noto Sans KR"/>
                <a:ea typeface="Noto Sans KR"/>
                <a:cs typeface="Noto Sans KR"/>
              </a:rPr>
              <a:t>  성급한 전환·추가 부담은 피함.</a:t>
            </a:r>
          </a:p>
          <a:p xmlns:a="http://schemas.openxmlformats.org/drawingml/2006/main">
            <a:r>
              <a:rPr sz="990" b="0">
                <a:solidFill>
                  <a:srgbClr val="171717"/>
                </a:solidFill>
                <a:latin typeface="Noto Sans KR"/>
                <a:ea typeface="Noto Sans KR"/>
                <a:cs typeface="Noto Sans KR"/>
              </a:rPr>
              <a:t>• 정신적: 계약 불확실성 줄이기</a:t>
            </a:r>
          </a:p>
          <a:p xmlns:a="http://schemas.openxmlformats.org/drawingml/2006/main">
            <a:r>
              <a:rPr sz="990" b="0">
                <a:solidFill>
                  <a:srgbClr val="171717"/>
                </a:solidFill>
                <a:latin typeface="Noto Sans KR"/>
                <a:ea typeface="Noto Sans KR"/>
                <a:cs typeface="Noto Sans KR"/>
              </a:rPr>
              <a:t>• 물리적: 조건 확인 수고 줄이기</a:t>
            </a:r>
          </a:p>
          <a:p xmlns:a="http://schemas.openxmlformats.org/drawingml/2006/main">
            <a:r>
              <a:rPr sz="990" b="0">
                <a:solidFill>
                  <a:srgbClr val="171717"/>
                </a:solidFill>
                <a:latin typeface="Noto Sans KR"/>
                <a:ea typeface="Noto Sans KR"/>
                <a:cs typeface="Noto Sans KR"/>
              </a:rPr>
              <a:t>• 문화적: 계약·요금 용어 이해</a:t>
            </a:r>
          </a:p>
          <a:p xmlns:a="http://schemas.openxmlformats.org/drawingml/2006/main">
            <a:r>
              <a:rPr sz="990" b="0">
                <a:solidFill>
                  <a:srgbClr val="171717"/>
                </a:solidFill>
                <a:latin typeface="Noto Sans KR"/>
                <a:ea typeface="Noto Sans KR"/>
                <a:cs typeface="Noto Sans KR"/>
              </a:rPr>
              <a:t>• 사회적: 선택 근거 전달</a:t>
            </a:r>
          </a:p>
          <a:p xmlns:a="http://schemas.openxmlformats.org/drawingml/2006/main">
            <a:r>
              <a:rPr sz="990" b="0">
                <a:solidFill>
                  <a:srgbClr val="171717"/>
                </a:solidFill>
                <a:latin typeface="Noto Sans KR"/>
                <a:ea typeface="Noto Sans KR"/>
                <a:cs typeface="Noto Sans KR"/>
              </a:rPr>
              <a:t>• 가치: 편의와 납득 가능한 비용</a:t>
            </a:r>
          </a:p>
          <a:p xmlns:a="http://schemas.openxmlformats.org/drawingml/2006/main">
            <a:r>
              <a:rPr sz="990" b="0">
                <a:solidFill>
                  <a:srgbClr val="171717"/>
                </a:solidFill>
                <a:latin typeface="Noto Sans KR"/>
                <a:ea typeface="Noto Sans KR"/>
                <a:cs typeface="Noto Sans KR"/>
              </a:rPr>
              <a:t>• 만족: 조건을 이해하고</a:t>
            </a:r>
          </a:p>
          <a:p xmlns:a="http://schemas.openxmlformats.org/drawingml/2006/main">
            <a:r>
              <a:rPr sz="990" b="0">
                <a:solidFill>
                  <a:srgbClr val="171717"/>
                </a:solidFill>
                <a:latin typeface="Noto Sans KR"/>
                <a:ea typeface="Noto Sans KR"/>
                <a:cs typeface="Noto Sans KR"/>
              </a:rPr>
              <a:t>  다음 행동을 스스로 결정</a:t>
            </a:r>
          </a:p>
          <a:p xmlns:a="http://schemas.openxmlformats.org/drawingml/2006/main">
            <a:r>
              <a:rPr sz="990" b="0">
                <a:solidFill>
                  <a:srgbClr val="171717"/>
                </a:solidFill>
                <a:latin typeface="Noto Sans KR"/>
                <a:ea typeface="Noto Sans KR"/>
                <a:cs typeface="Noto Sans KR"/>
              </a:rPr>
              <a:t/>
            </a:r>
          </a:p>
          <a:p xmlns:a="http://schemas.openxmlformats.org/drawingml/2006/main">
            <a:r>
              <a:rPr sz="990" b="0">
                <a:solidFill>
                  <a:srgbClr val="171717"/>
                </a:solidFill>
                <a:latin typeface="Noto Sans KR"/>
                <a:ea typeface="Noto Sans KR"/>
                <a:cs typeface="Noto Sans KR"/>
              </a:rPr>
              <a:t>욕구·행동은 검증 전 가설.</a:t>
            </a:r>
          </a:p>
        </p:txBody>
      </p:sp>
      <p:sp>
        <p:nvSpPr>
          <p:cNvPr id="33" name="object 33">
            <a:extLst xmlns:a="http://schemas.openxmlformats.org/drawingml/2006/main">
              <a:ext uri="{FF2B5EF4-FFF2-40B4-BE49-F238E27FC236}">
                <a16:creationId xmlns:a16="http://schemas.microsoft.com/office/drawing/2014/main" id="{49561AD8-1434-4F17-A70C-187E45E9782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131987" y="518969"/>
            <a:ext cx="1930400" cy="3052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700" algn="ctr">
              <a:lnSpc>
                <a:spcPct val="100000"/>
              </a:lnSpc>
              <a:spcBef>
                <a:spcPts val="100"/>
              </a:spcBef>
              <a:buNone/>
            </a:pPr>
            <a:r>
              <a:rPr sz="1900" b="0">
                <a:latin typeface="Pretendard ExtraBold"/>
                <a:ea typeface="Pretendard ExtraBold"/>
                <a:cs typeface="Pretendard ExtraBold"/>
              </a:rPr>
              <a:t>대표 페르소나 정의</a:t>
            </a:r>
            <a:endParaRPr sz="1900">
              <a:latin typeface="Pretendard ExtraBold"/>
              <a:ea typeface="Pretendard ExtraBold"/>
              <a:cs typeface="Pretendard ExtraBold"/>
            </a:endParaRPr>
          </a:p>
        </p:txBody>
      </p:sp>
      <p:sp>
        <p:nvSpPr>
          <p:cNvPr id="34" name="object 28">
            <a:extLst xmlns:a="http://schemas.openxmlformats.org/drawingml/2006/main">
              <a:ext uri="{FF2B5EF4-FFF2-40B4-BE49-F238E27FC236}">
                <a16:creationId xmlns:a16="http://schemas.microsoft.com/office/drawing/2014/main" id="{2180BE40-384A-42E3-BB7F-99765DADF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7814" y="1137919"/>
            <a:ext cx="1918335" cy="1513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4460" indent="-111760">
              <a:lnSpc>
                <a:spcPct val="100000"/>
              </a:lnSpc>
              <a:spcBef>
                <a:spcPts val="100"/>
              </a:spcBef>
              <a:buChar char="•"/>
              <a:tabLst>
                <a:tab pos="124460" algn="l"/>
              </a:tabLst>
            </a:pPr>
            <a:r>
              <a:rPr sz="900">
                <a:latin typeface="Pretendard ExtraBold"/>
                <a:ea typeface="Pretendard ExtraBold"/>
                <a:cs typeface="Pretendard ExtraBold"/>
              </a:rPr>
              <a:t>이 페르소나 군에 집중해야 하는 이유</a:t>
            </a:r>
            <a:endParaRPr sz="900">
              <a:latin typeface="Pretendard ExtraBold"/>
              <a:ea typeface="Pretendard ExtraBold"/>
              <a:cs typeface="Pretendard ExtraBold"/>
            </a:endParaRPr>
          </a:p>
        </p:txBody>
      </p:sp>
      <p:sp>
        <p:nvSpPr>
          <p:cNvPr id="35" name="object 28">
            <a:extLst xmlns:a="http://schemas.openxmlformats.org/drawingml/2006/main">
              <a:ext uri="{FF2B5EF4-FFF2-40B4-BE49-F238E27FC236}">
                <a16:creationId xmlns:a16="http://schemas.microsoft.com/office/drawing/2014/main" id="{FE59CB9D-30FD-40BF-9399-88207245D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5607" y="1137919"/>
            <a:ext cx="1918335" cy="1513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124460" indent="-111760">
              <a:lnSpc>
                <a:spcPct val="100000"/>
              </a:lnSpc>
              <a:spcBef>
                <a:spcPts val="100"/>
              </a:spcBef>
              <a:buChar char="•"/>
              <a:tabLst>
                <a:tab pos="124460" algn="l"/>
              </a:tabLst>
            </a:pPr>
            <a:r>
              <a:rPr sz="900">
                <a:latin typeface="Pretendard ExtraBold"/>
                <a:ea typeface="Pretendard ExtraBold"/>
                <a:cs typeface="Pretendard ExtraBold"/>
              </a:rPr>
              <a:t>디지털 환경</a:t>
            </a:r>
            <a:r>
              <a:rPr sz="900">
                <a:latin typeface="Pretendard ExtraBold"/>
                <a:ea typeface="Pretendard ExtraBold"/>
                <a:cs typeface="Pretendard ExtraBold"/>
              </a:rPr>
              <a:t>(Artifacts)</a:t>
            </a:r>
            <a:endParaRPr sz="900">
              <a:latin typeface="Pretendard ExtraBold"/>
              <a:ea typeface="Pretendard ExtraBold"/>
              <a:cs typeface="Pretendard ExtraBold"/>
            </a:endParaRPr>
          </a:p>
        </p:txBody>
      </p:sp>
      <p:sp>
        <p:nvSpPr>
          <p:cNvPr id="39" name="object 30">
            <a:extLst xmlns:a="http://schemas.openxmlformats.org/drawingml/2006/main">
              <a:ext uri="{FF2B5EF4-FFF2-40B4-BE49-F238E27FC236}">
                <a16:creationId xmlns:a16="http://schemas.microsoft.com/office/drawing/2014/main" id="{6335FE61-D6C3-44D7-A5F3-4DDDC9CB9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3370" y="3048000"/>
            <a:ext cx="2225040" cy="3400425"/>
          </a:xfrm>
          <a:prstGeom xmlns:a="http://schemas.openxmlformats.org/drawingml/2006/main" prst="rect">
            <a:avLst/>
          </a:prstGeom>
          <a:ln xmlns:a="http://schemas.openxmlformats.org/drawingml/2006/main" w="12700">
            <a:solidFill>
              <a:srgbClr val="000000"/>
            </a:solidFill>
          </a:ln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116205" algn="l">
              <a:lnSpc>
                <a:spcPct val="104000"/>
              </a:lnSpc>
              <a:spcBef>
                <a:spcPts val="860"/>
              </a:spcBef>
              <a:buNone/>
              <a:defRPr sz="990" b="0">
                <a:solidFill>
                  <a:srgbClr val="171717"/>
                </a:solidFill>
                <a:latin typeface="Noto Sans KR"/>
                <a:ea typeface="Noto Sans KR"/>
                <a:cs typeface="Noto Sans KR"/>
              </a:defRPr>
            </a:pPr>
            <a:r>
              <a:rPr sz="990" b="0">
                <a:solidFill>
                  <a:srgbClr val="171717"/>
                </a:solidFill>
                <a:latin typeface="Noto Sans KR"/>
                <a:ea typeface="Noto Sans KR"/>
                <a:cs typeface="Noto Sans KR"/>
              </a:rPr>
              <a:t>• 가정의 정수기 계약·요금을 관리함.</a:t>
            </a:r>
          </a:p>
          <a:p xmlns:a="http://schemas.openxmlformats.org/drawingml/2006/main">
            <a:r>
              <a:rPr sz="990" b="0">
                <a:solidFill>
                  <a:srgbClr val="171717"/>
                </a:solidFill>
                <a:latin typeface="Noto Sans KR"/>
                <a:ea typeface="Noto Sans KR"/>
                <a:cs typeface="Noto Sans KR"/>
              </a:rPr>
              <a:t>• 유지·새 모델 재구독·해지를 고민함.</a:t>
            </a:r>
          </a:p>
          <a:p xmlns:a="http://schemas.openxmlformats.org/drawingml/2006/main">
            <a:r>
              <a:rPr sz="990" b="0">
                <a:solidFill>
                  <a:srgbClr val="171717"/>
                </a:solidFill>
                <a:latin typeface="Noto Sans KR"/>
                <a:ea typeface="Noto Sans KR"/>
                <a:cs typeface="Noto Sans KR"/>
              </a:rPr>
              <a:t>• 종료일·정산 항목을 함께 확인함.</a:t>
            </a:r>
          </a:p>
          <a:p xmlns:a="http://schemas.openxmlformats.org/drawingml/2006/main">
            <a:r>
              <a:rPr sz="990" b="0">
                <a:solidFill>
                  <a:srgbClr val="171717"/>
                </a:solidFill>
                <a:latin typeface="Noto Sans KR"/>
                <a:ea typeface="Noto Sans KR"/>
                <a:cs typeface="Noto Sans KR"/>
              </a:rPr>
              <a:t>• 모델의 기능·관리·월요금을 선택함.</a:t>
            </a:r>
          </a:p>
          <a:p xmlns:a="http://schemas.openxmlformats.org/drawingml/2006/main">
            <a:r>
              <a:rPr sz="990" b="0">
                <a:solidFill>
                  <a:srgbClr val="171717"/>
                </a:solidFill>
                <a:latin typeface="Noto Sans KR"/>
                <a:ea typeface="Noto Sans KR"/>
                <a:cs typeface="Noto Sans KR"/>
              </a:rPr>
              <a:t>• 기존 종료 비용 포함 부담을 비교함.</a:t>
            </a:r>
          </a:p>
          <a:p xmlns:a="http://schemas.openxmlformats.org/drawingml/2006/main">
            <a:r>
              <a:rPr sz="990" b="0">
                <a:solidFill>
                  <a:srgbClr val="171717"/>
                </a:solidFill>
                <a:latin typeface="Noto Sans KR"/>
                <a:ea typeface="Noto Sans KR"/>
                <a:cs typeface="Noto Sans KR"/>
              </a:rPr>
              <a:t>• 명확한 해지 의사도 존중받고 싶음.</a:t>
            </a:r>
          </a:p>
          <a:p xmlns:a="http://schemas.openxmlformats.org/drawingml/2006/main">
            <a:r>
              <a:rPr sz="990" b="0">
                <a:solidFill>
                  <a:srgbClr val="171717"/>
                </a:solidFill>
                <a:latin typeface="Noto Sans KR"/>
                <a:ea typeface="Noto Sans KR"/>
                <a:cs typeface="Noto Sans KR"/>
              </a:rPr>
              <a:t>• 상담에서 확인할 질문을 정리함.</a:t>
            </a:r>
          </a:p>
          <a:p xmlns:a="http://schemas.openxmlformats.org/drawingml/2006/main">
            <a:r>
              <a:rPr sz="990" b="0">
                <a:solidFill>
                  <a:srgbClr val="171717"/>
                </a:solidFill>
                <a:latin typeface="Noto Sans KR"/>
                <a:ea typeface="Noto Sans KR"/>
                <a:cs typeface="Noto Sans KR"/>
              </a:rPr>
              <a:t/>
            </a:r>
          </a:p>
          <a:p xmlns:a="http://schemas.openxmlformats.org/drawingml/2006/main">
            <a:r>
              <a:rPr sz="990" b="0">
                <a:solidFill>
                  <a:srgbClr val="171717"/>
                </a:solidFill>
                <a:latin typeface="Noto Sans KR"/>
                <a:ea typeface="Noto Sans KR"/>
                <a:cs typeface="Noto Sans KR"/>
              </a:rPr>
              <a:t>상황·판단 부담은 검증 전 가설.</a:t>
            </a:r>
          </a:p>
        </p:txBody>
      </p:sp>
      <p:sp>
        <p:nvSpPr>
          <p:cNvPr id="45" name="object 16">
            <a:extLst xmlns:a="http://schemas.openxmlformats.org/drawingml/2006/main">
              <a:ext uri="{FF2B5EF4-FFF2-40B4-BE49-F238E27FC236}">
                <a16:creationId xmlns:a16="http://schemas.microsoft.com/office/drawing/2014/main" id="{3196F6D4-CE51-4671-8718-3436FE1FB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9274" y="1339416"/>
            <a:ext cx="2158365" cy="955675"/>
          </a:xfrm>
          <a:custGeom xmlns:a="http://schemas.openxmlformats.org/drawingml/2006/main">
            <a:rect l="l" t="t" r="r" b="b"/>
            <a:pathLst>
              <a:path w="2158365" h="955675">
                <a:moveTo>
                  <a:pt x="0" y="0"/>
                </a:moveTo>
                <a:lnTo>
                  <a:pt x="2157981" y="0"/>
                </a:lnTo>
                <a:lnTo>
                  <a:pt x="2157981" y="955202"/>
                </a:lnTo>
                <a:lnTo>
                  <a:pt x="0" y="955202"/>
                </a:lnTo>
                <a:lnTo>
                  <a:pt x="0" y="0"/>
                </a:lnTo>
                <a:close/>
              </a:path>
            </a:pathLst>
          </a:custGeom>
          <a:ln xmlns:a="http://schemas.openxmlformats.org/drawingml/2006/main" w="12700">
            <a:solidFill>
              <a:srgbClr val="000000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>
              <a:latin typeface="Pretendard ExtraBold"/>
              <a:ea typeface="Pretendard ExtraBold"/>
              <a:cs typeface="Pretendard ExtraBold"/>
            </a:endParaRPr>
          </a:p>
        </p:txBody>
      </p:sp>
      <p:sp>
        <p:nvSpPr>
          <p:cNvPr id="46" name="object 17">
            <a:extLst xmlns:a="http://schemas.openxmlformats.org/drawingml/2006/main">
              <a:ext uri="{FF2B5EF4-FFF2-40B4-BE49-F238E27FC236}">
                <a16:creationId xmlns:a16="http://schemas.microsoft.com/office/drawing/2014/main" id="{736BCFD1-ACF0-435D-AF21-C9165BFA1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6436" y="3056581"/>
            <a:ext cx="1694180" cy="3430800"/>
          </a:xfrm>
          <a:custGeom xmlns:a="http://schemas.openxmlformats.org/drawingml/2006/main">
            <a:rect l="l" t="t" r="r" b="b"/>
            <a:pathLst>
              <a:path w="1694179" h="3195320">
                <a:moveTo>
                  <a:pt x="0" y="0"/>
                </a:moveTo>
                <a:lnTo>
                  <a:pt x="1693580" y="0"/>
                </a:lnTo>
                <a:lnTo>
                  <a:pt x="1693580" y="3195063"/>
                </a:lnTo>
                <a:lnTo>
                  <a:pt x="0" y="3195063"/>
                </a:lnTo>
                <a:lnTo>
                  <a:pt x="0" y="0"/>
                </a:lnTo>
                <a:close/>
              </a:path>
            </a:pathLst>
          </a:custGeom>
          <a:ln xmlns:a="http://schemas.openxmlformats.org/drawingml/2006/main" w="12700">
            <a:solidFill>
              <a:srgbClr val="000000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>
              <a:latin typeface="Pretendard ExtraBold"/>
              <a:ea typeface="Pretendard ExtraBold"/>
              <a:cs typeface="Pretendard ExtraBold"/>
            </a:endParaRPr>
          </a:p>
        </p:txBody>
      </p:sp>
      <p:sp>
        <p:nvSpPr>
          <p:cNvPr id="47" name="object 18">
            <a:extLst xmlns:a="http://schemas.openxmlformats.org/drawingml/2006/main">
              <a:ext uri="{FF2B5EF4-FFF2-40B4-BE49-F238E27FC236}">
                <a16:creationId xmlns:a16="http://schemas.microsoft.com/office/drawing/2014/main" id="{388E3ED7-35D5-4EEA-8039-06095050A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5441" y="1339416"/>
            <a:ext cx="1368425" cy="955675"/>
          </a:xfrm>
          <a:custGeom xmlns:a="http://schemas.openxmlformats.org/drawingml/2006/main">
            <a:rect l="l" t="t" r="r" b="b"/>
            <a:pathLst>
              <a:path w="1368425" h="955675">
                <a:moveTo>
                  <a:pt x="0" y="0"/>
                </a:moveTo>
                <a:lnTo>
                  <a:pt x="1368154" y="0"/>
                </a:lnTo>
                <a:lnTo>
                  <a:pt x="1368154" y="955202"/>
                </a:lnTo>
                <a:lnTo>
                  <a:pt x="0" y="955202"/>
                </a:lnTo>
                <a:lnTo>
                  <a:pt x="0" y="0"/>
                </a:lnTo>
                <a:close/>
              </a:path>
            </a:pathLst>
          </a:custGeom>
          <a:ln xmlns:a="http://schemas.openxmlformats.org/drawingml/2006/main" w="12700">
            <a:solidFill>
              <a:srgbClr val="000000"/>
            </a:solidFill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endParaRPr>
              <a:latin typeface="Pretendard ExtraBold"/>
              <a:ea typeface="Pretendard ExtraBold"/>
              <a:cs typeface="Pretendard ExtraBold"/>
            </a:endParaRPr>
          </a:p>
        </p:txBody>
      </p:sp>
      <p:sp>
        <p:nvSpPr>
          <p:cNvPr id="48" name="페르소나 이름">
            <a:extLst xmlns:a="http://schemas.openxmlformats.org/drawingml/2006/main">
              <a:ext uri="{FF2B5EF4-FFF2-40B4-BE49-F238E27FC236}">
                <a16:creationId xmlns:a16="http://schemas.microsoft.com/office/drawing/2014/main" id="{4929434A-9FC8-4C8C-91FF-E7BBC5A6A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1504950"/>
            <a:ext cx="933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200" b="1">
                <a:solidFill>
                  <a:srgbClr val="17171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71717"/>
                </a:solidFill>
                <a:latin typeface="Noto Sans KR"/>
                <a:ea typeface="Noto Sans KR"/>
                <a:cs typeface="Noto Sans KR"/>
              </a:rPr>
              <a:t>이서연</a:t>
            </a:r>
          </a:p>
          <a:p xmlns:a="http://schemas.openxmlformats.org/drawingml/2006/main">
            <a:pPr algn="l">
              <a:lnSpc>
                <a:spcPct val="103000"/>
              </a:lnSpc>
              <a:buNone/>
              <a:defRPr sz="1200" b="1">
                <a:solidFill>
                  <a:srgbClr val="17171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71717"/>
                </a:solidFill>
                <a:latin typeface="Noto Sans KR"/>
                <a:ea typeface="Noto Sans KR"/>
                <a:cs typeface="Noto Sans KR"/>
              </a:rPr>
              <a:t>35세 · 가명</a:t>
            </a:r>
          </a:p>
        </p:txBody>
      </p:sp>
      <p:sp>
        <p:nvSpPr>
          <p:cNvPr id="49" name="페르소나 해시태그">
            <a:extLst xmlns:a="http://schemas.openxmlformats.org/drawingml/2006/main">
              <a:ext uri="{FF2B5EF4-FFF2-40B4-BE49-F238E27FC236}">
                <a16:creationId xmlns:a16="http://schemas.microsoft.com/office/drawing/2014/main" id="{6EA604A9-049D-4478-AC84-EE7A73181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1438275"/>
            <a:ext cx="12668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990" b="1">
                <a:solidFill>
                  <a:srgbClr val="171717"/>
                </a:solidFill>
                <a:latin typeface="Noto Sans KR"/>
                <a:ea typeface="Noto Sans KR"/>
                <a:cs typeface="Noto Sans KR"/>
              </a:defRPr>
            </a:pPr>
            <a:r>
              <a:rPr sz="990" b="1">
                <a:solidFill>
                  <a:srgbClr val="171717"/>
                </a:solidFill>
                <a:latin typeface="Noto Sans KR"/>
                <a:ea typeface="Noto Sans KR"/>
                <a:cs typeface="Noto Sans KR"/>
              </a:rPr>
              <a:t>#가정구독관리</a:t>
            </a:r>
          </a:p>
          <a:p xmlns:a="http://schemas.openxmlformats.org/drawingml/2006/main">
            <a:r>
              <a:rPr sz="990" b="1">
                <a:solidFill>
                  <a:srgbClr val="171717"/>
                </a:solidFill>
                <a:latin typeface="Noto Sans KR"/>
                <a:ea typeface="Noto Sans KR"/>
                <a:cs typeface="Noto Sans KR"/>
              </a:rPr>
              <a:t>#계약조건이해</a:t>
            </a:r>
          </a:p>
          <a:p xmlns:a="http://schemas.openxmlformats.org/drawingml/2006/main">
            <a:r>
              <a:rPr sz="990" b="1">
                <a:solidFill>
                  <a:srgbClr val="171717"/>
                </a:solidFill>
                <a:latin typeface="Noto Sans KR"/>
                <a:ea typeface="Noto Sans KR"/>
                <a:cs typeface="Noto Sans KR"/>
              </a:rPr>
              <a:t>#유지재구독비교</a:t>
            </a:r>
          </a:p>
          <a:p xmlns:a="http://schemas.openxmlformats.org/drawingml/2006/main">
            <a:r>
              <a:rPr sz="990" b="1">
                <a:solidFill>
                  <a:srgbClr val="171717"/>
                </a:solidFill>
                <a:latin typeface="Noto Sans KR"/>
                <a:ea typeface="Noto Sans KR"/>
                <a:cs typeface="Noto Sans KR"/>
              </a:rPr>
              <a:t>#근거있는판단</a:t>
            </a:r>
          </a:p>
        </p:txBody>
      </p:sp>
      <p:sp>
        <p:nvSpPr>
          <p:cNvPr id="50" name="해결하려는 문제">
            <a:extLst xmlns:a="http://schemas.openxmlformats.org/drawingml/2006/main">
              <a:ext uri="{FF2B5EF4-FFF2-40B4-BE49-F238E27FC236}">
                <a16:creationId xmlns:a16="http://schemas.microsoft.com/office/drawing/2014/main" id="{933F90FE-9789-489F-97DE-4C745810B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476375"/>
            <a:ext cx="21145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050" b="1">
                <a:solidFill>
                  <a:srgbClr val="17171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171717"/>
                </a:solidFill>
                <a:latin typeface="Noto Sans KR"/>
                <a:ea typeface="Noto Sans KR"/>
                <a:cs typeface="Noto Sans KR"/>
              </a:rPr>
              <a:t>내 계약 정산과 새 구독 조건을 비교해 다음 행동을 결정하고 싶다.</a:t>
            </a:r>
          </a:p>
        </p:txBody>
      </p:sp>
      <p:sp>
        <p:nvSpPr>
          <p:cNvPr id="51" name="집중 이유">
            <a:extLst xmlns:a="http://schemas.openxmlformats.org/drawingml/2006/main">
              <a:ext uri="{FF2B5EF4-FFF2-40B4-BE49-F238E27FC236}">
                <a16:creationId xmlns:a16="http://schemas.microsoft.com/office/drawing/2014/main" id="{0B22D313-5391-4977-8D82-E99938B48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1438275"/>
            <a:ext cx="20097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975" b="0">
                <a:solidFill>
                  <a:srgbClr val="171717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171717"/>
                </a:solidFill>
                <a:latin typeface="Noto Sans KR"/>
                <a:ea typeface="Noto Sans KR"/>
                <a:cs typeface="Noto Sans KR"/>
              </a:rPr>
              <a:t>계약·해지/위약금 피해와 제품 교체 시 계약 확인 필요성이 공개 자료에 나타난다.</a:t>
            </a:r>
          </a:p>
        </p:txBody>
      </p:sp>
      <p:sp>
        <p:nvSpPr>
          <p:cNvPr id="52" name="디지털 환경">
            <a:extLst xmlns:a="http://schemas.openxmlformats.org/drawingml/2006/main">
              <a:ext uri="{FF2B5EF4-FFF2-40B4-BE49-F238E27FC236}">
                <a16:creationId xmlns:a16="http://schemas.microsoft.com/office/drawing/2014/main" id="{9E451BF6-1DE9-48FA-860B-9C59C0778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1438275"/>
            <a:ext cx="12573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990" b="0">
                <a:solidFill>
                  <a:srgbClr val="171717"/>
                </a:solidFill>
                <a:latin typeface="Noto Sans KR"/>
                <a:ea typeface="Noto Sans KR"/>
                <a:cs typeface="Noto Sans KR"/>
              </a:defRPr>
            </a:pPr>
            <a:r>
              <a:rPr sz="990" b="0">
                <a:solidFill>
                  <a:srgbClr val="171717"/>
                </a:solidFill>
                <a:latin typeface="Noto Sans KR"/>
                <a:ea typeface="Noto Sans KR"/>
                <a:cs typeface="Noto Sans KR"/>
              </a:rPr>
              <a:t>스마트폰·노트북</a:t>
            </a:r>
          </a:p>
          <a:p xmlns:a="http://schemas.openxmlformats.org/drawingml/2006/main">
            <a:pPr algn="l">
              <a:lnSpc>
                <a:spcPct val="103000"/>
              </a:lnSpc>
              <a:buNone/>
              <a:defRPr sz="990" b="0">
                <a:solidFill>
                  <a:srgbClr val="171717"/>
                </a:solidFill>
                <a:latin typeface="Noto Sans KR"/>
                <a:ea typeface="Noto Sans KR"/>
                <a:cs typeface="Noto Sans KR"/>
              </a:defRPr>
            </a:pPr>
            <a:r>
              <a:rPr sz="990" b="0">
                <a:solidFill>
                  <a:srgbClr val="171717"/>
                </a:solidFill>
                <a:latin typeface="Noto Sans KR"/>
                <a:ea typeface="Noto Sans KR"/>
                <a:cs typeface="Noto Sans KR"/>
              </a:rPr>
              <a:t>LG AI Chat</a:t>
            </a:r>
          </a:p>
          <a:p xmlns:a="http://schemas.openxmlformats.org/drawingml/2006/main">
            <a:pPr algn="l">
              <a:lnSpc>
                <a:spcPct val="103000"/>
              </a:lnSpc>
              <a:buNone/>
              <a:defRPr sz="990" b="0">
                <a:solidFill>
                  <a:srgbClr val="171717"/>
                </a:solidFill>
                <a:latin typeface="Noto Sans KR"/>
                <a:ea typeface="Noto Sans KR"/>
                <a:cs typeface="Noto Sans KR"/>
              </a:defRPr>
            </a:pPr>
            <a:r>
              <a:rPr sz="990" b="0">
                <a:solidFill>
                  <a:srgbClr val="171717"/>
                </a:solidFill>
                <a:latin typeface="Noto Sans KR"/>
                <a:ea typeface="Noto Sans KR"/>
                <a:cs typeface="Noto Sans KR"/>
              </a:rPr>
              <a:t>구독 마이페이지</a:t>
            </a:r>
          </a:p>
          <a:p xmlns:a="http://schemas.openxmlformats.org/drawingml/2006/main">
            <a:pPr algn="l">
              <a:lnSpc>
                <a:spcPct val="103000"/>
              </a:lnSpc>
              <a:buNone/>
              <a:defRPr sz="990" b="0">
                <a:solidFill>
                  <a:srgbClr val="171717"/>
                </a:solidFill>
                <a:latin typeface="Noto Sans KR"/>
                <a:ea typeface="Noto Sans KR"/>
                <a:cs typeface="Noto Sans KR"/>
              </a:defRPr>
            </a:pPr>
            <a:r>
              <a:rPr sz="990" b="0">
                <a:solidFill>
                  <a:srgbClr val="171717"/>
                </a:solidFill>
                <a:latin typeface="Noto Sans KR"/>
                <a:ea typeface="Noto Sans KR"/>
                <a:cs typeface="Noto Sans KR"/>
              </a:rPr>
              <a:t>계약서·일반 안내</a:t>
            </a:r>
          </a:p>
        </p:txBody>
      </p:sp>
      <p:sp>
        <p:nvSpPr>
          <p:cNvPr id="53" name="추가 분석 포인트">
            <a:extLst xmlns:a="http://schemas.openxmlformats.org/drawingml/2006/main">
              <a:ext uri="{FF2B5EF4-FFF2-40B4-BE49-F238E27FC236}">
                <a16:creationId xmlns:a16="http://schemas.microsoft.com/office/drawing/2014/main" id="{04245438-7F5E-470D-BAEB-5AE191054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143250"/>
            <a:ext cx="156210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990" b="0">
                <a:solidFill>
                  <a:srgbClr val="171717"/>
                </a:solidFill>
                <a:latin typeface="Noto Sans KR"/>
                <a:ea typeface="Noto Sans KR"/>
                <a:cs typeface="Noto Sans KR"/>
              </a:defRPr>
            </a:pPr>
            <a:r>
              <a:rPr sz="990" b="0">
                <a:solidFill>
                  <a:srgbClr val="171717"/>
                </a:solidFill>
                <a:latin typeface="Noto Sans KR"/>
                <a:ea typeface="Noto Sans KR"/>
                <a:cs typeface="Noto Sans KR"/>
              </a:rPr>
              <a:t>확인한 근거</a:t>
            </a:r>
          </a:p>
          <a:p xmlns:a="http://schemas.openxmlformats.org/drawingml/2006/main">
            <a:r>
              <a:rPr sz="990" b="0">
                <a:solidFill>
                  <a:srgbClr val="171717"/>
                </a:solidFill>
                <a:latin typeface="Noto Sans KR"/>
                <a:ea typeface="Noto Sans KR"/>
                <a:cs typeface="Noto Sans KR"/>
              </a:rPr>
              <a:t>계약·해지/위약금 피해</a:t>
            </a:r>
          </a:p>
          <a:p xmlns:a="http://schemas.openxmlformats.org/drawingml/2006/main">
            <a:r>
              <a:rPr sz="990" b="0">
                <a:solidFill>
                  <a:srgbClr val="171717"/>
                </a:solidFill>
                <a:latin typeface="Noto Sans KR"/>
                <a:ea typeface="Noto Sans KR"/>
                <a:cs typeface="Noto Sans KR"/>
              </a:rPr>
              <a:t>교체 시 계약 확인 필요</a:t>
            </a:r>
          </a:p>
          <a:p xmlns:a="http://schemas.openxmlformats.org/drawingml/2006/main">
            <a:r>
              <a:rPr sz="990" b="0">
                <a:solidFill>
                  <a:srgbClr val="171717"/>
                </a:solidFill>
                <a:latin typeface="Noto Sans KR"/>
                <a:ea typeface="Noto Sans KR"/>
                <a:cs typeface="Noto Sans KR"/>
              </a:rPr>
              <a:t/>
            </a:r>
          </a:p>
          <a:p xmlns:a="http://schemas.openxmlformats.org/drawingml/2006/main">
            <a:r>
              <a:rPr sz="990" b="0">
                <a:solidFill>
                  <a:srgbClr val="171717"/>
                </a:solidFill>
                <a:latin typeface="Noto Sans KR"/>
                <a:ea typeface="Noto Sans KR"/>
                <a:cs typeface="Noto Sans KR"/>
              </a:rPr>
              <a:t>As-Is</a:t>
            </a:r>
          </a:p>
          <a:p xmlns:a="http://schemas.openxmlformats.org/drawingml/2006/main">
            <a:r>
              <a:rPr sz="990" b="0">
                <a:solidFill>
                  <a:srgbClr val="171717"/>
                </a:solidFill>
                <a:latin typeface="Noto Sans KR"/>
                <a:ea typeface="Noto Sans KR"/>
                <a:cs typeface="Noto Sans KR"/>
              </a:rPr>
              <a:t>기존·새 계약 별도 확인</a:t>
            </a:r>
          </a:p>
          <a:p xmlns:a="http://schemas.openxmlformats.org/drawingml/2006/main">
            <a:r>
              <a:rPr sz="990" b="0">
                <a:solidFill>
                  <a:srgbClr val="171717"/>
                </a:solidFill>
                <a:latin typeface="Noto Sans KR"/>
                <a:ea typeface="Noto Sans KR"/>
                <a:cs typeface="Noto Sans KR"/>
              </a:rPr>
              <a:t/>
            </a:r>
          </a:p>
          <a:p xmlns:a="http://schemas.openxmlformats.org/drawingml/2006/main">
            <a:r>
              <a:rPr sz="990" b="0">
                <a:solidFill>
                  <a:srgbClr val="171717"/>
                </a:solidFill>
                <a:latin typeface="Noto Sans KR"/>
                <a:ea typeface="Noto Sans KR"/>
                <a:cs typeface="Noto Sans KR"/>
              </a:rPr>
              <a:t>To-Be</a:t>
            </a:r>
          </a:p>
          <a:p xmlns:a="http://schemas.openxmlformats.org/drawingml/2006/main">
            <a:r>
              <a:rPr sz="990" b="0">
                <a:solidFill>
                  <a:srgbClr val="171717"/>
                </a:solidFill>
                <a:latin typeface="Noto Sans KR"/>
                <a:ea typeface="Noto Sans KR"/>
                <a:cs typeface="Noto Sans KR"/>
              </a:rPr>
              <a:t>같은 기간 부담 비교</a:t>
            </a:r>
          </a:p>
          <a:p xmlns:a="http://schemas.openxmlformats.org/drawingml/2006/main">
            <a:r>
              <a:rPr sz="990" b="0">
                <a:solidFill>
                  <a:srgbClr val="171717"/>
                </a:solidFill>
                <a:latin typeface="Noto Sans KR"/>
                <a:ea typeface="Noto Sans KR"/>
                <a:cs typeface="Noto Sans KR"/>
              </a:rPr>
              <a:t>상담 질문 정리</a:t>
            </a:r>
          </a:p>
          <a:p xmlns:a="http://schemas.openxmlformats.org/drawingml/2006/main">
            <a:r>
              <a:rPr sz="990" b="0">
                <a:solidFill>
                  <a:srgbClr val="171717"/>
                </a:solidFill>
                <a:latin typeface="Noto Sans KR"/>
                <a:ea typeface="Noto Sans KR"/>
                <a:cs typeface="Noto Sans KR"/>
              </a:rPr>
              <a:t/>
            </a:r>
          </a:p>
          <a:p xmlns:a="http://schemas.openxmlformats.org/drawingml/2006/main">
            <a:r>
              <a:rPr sz="990" b="0">
                <a:solidFill>
                  <a:srgbClr val="171717"/>
                </a:solidFill>
                <a:latin typeface="Noto Sans KR"/>
                <a:ea typeface="Noto Sans KR"/>
                <a:cs typeface="Noto Sans KR"/>
              </a:rPr>
              <a:t>남은 검증</a:t>
            </a:r>
          </a:p>
          <a:p xmlns:a="http://schemas.openxmlformats.org/drawingml/2006/main">
            <a:r>
              <a:rPr sz="990" b="0">
                <a:solidFill>
                  <a:srgbClr val="171717"/>
                </a:solidFill>
                <a:latin typeface="Noto Sans KR"/>
                <a:ea typeface="Noto Sans KR"/>
                <a:cs typeface="Noto Sans KR"/>
              </a:rPr>
              <a:t>고객 이해·누락·시간</a:t>
            </a:r>
          </a:p>
        </p:txBody>
      </p:sp>
    </p:spTree>
    <p:extLst>
      <p:ext uri="{BB962C8B-B14F-4D97-AF65-F5344CB8AC3E}">
        <p14:creationId xmlns:p14="http://schemas.microsoft.com/office/powerpoint/2010/main" val="810269360"/>
      </p:ext>
    </p:extLst>
  </p:cSld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2026-10-12T05:49:31.8850000Z</dcterms:created>
  <dcterms:modified xsi:type="dcterms:W3CDTF">2026-10-12T05:49:31.8850000Z</dcterms:modified>
</coreProperties>
</file>